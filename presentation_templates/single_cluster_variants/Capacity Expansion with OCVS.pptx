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705845f08e4cd7" /><Relationship Type="http://schemas.openxmlformats.org/officeDocument/2006/relationships/extended-properties" Target="/docProps/app.xml" Id="R46e99f50698d4fec" /><Relationship Type="http://schemas.openxmlformats.org/officeDocument/2006/relationships/officeDocument" Target="/ppt/presentation.xml" Id="Re5b48766f8244584" /></Relationships>
</file>

<file path=ppt/presentation.xml><?xml version="1.0" encoding="utf-8"?>
<p:presentation xmlns:p="http://schemas.openxmlformats.org/presentationml/2006/main">
  <p:sldMasterIdLst>
    <p:sldMasterId xmlns:r="http://schemas.openxmlformats.org/officeDocument/2006/relationships" id="2147483648" r:id="Ra8c4f96f47d54b8c"/>
  </p:sldMasterIdLst>
  <p:notesMasterIdLst>
    <p:notesMasterId xmlns:r="http://schemas.openxmlformats.org/officeDocument/2006/relationships" r:id="R29074423f7f04d99"/>
  </p:notesMasterIdLst>
  <p:sldIdLst>
    <p:sldId xmlns:r="http://schemas.openxmlformats.org/officeDocument/2006/relationships" id="256" r:id="Rd08cb8f55686415a"/>
    <p:sldId xmlns:r="http://schemas.openxmlformats.org/officeDocument/2006/relationships" id="257" r:id="Rf3598440a5fa4d47"/>
    <p:sldId xmlns:r="http://schemas.openxmlformats.org/officeDocument/2006/relationships" id="258" r:id="Rcf24f37924ee40fd"/>
    <p:sldId xmlns:r="http://schemas.openxmlformats.org/officeDocument/2006/relationships" id="259" r:id="R96e38c48f97947f1"/>
    <p:sldId xmlns:r="http://schemas.openxmlformats.org/officeDocument/2006/relationships" id="260" r:id="R5976f3889cc94731"/>
    <p:sldId xmlns:r="http://schemas.openxmlformats.org/officeDocument/2006/relationships" id="261" r:id="R14a15a4c94394b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96efbdc81bb427a" /><Relationship Type="http://schemas.openxmlformats.org/officeDocument/2006/relationships/slideMaster" Target="/ppt/slideMasters/slideMaster1.xml" Id="Ra8c4f96f47d54b8c" /><Relationship Type="http://schemas.openxmlformats.org/officeDocument/2006/relationships/notesMaster" Target="/ppt/notesMasters/notesMaster1.xml" Id="R29074423f7f04d99" /><Relationship Type="http://schemas.openxmlformats.org/officeDocument/2006/relationships/presProps" Target="/ppt/presProps.xml" Id="R9dc3eb7b2c6c4ec2" /><Relationship Type="http://schemas.openxmlformats.org/officeDocument/2006/relationships/viewProps" Target="/ppt/viewProps.xml" Id="Re2e6782577d743a1" /><Relationship Type="http://schemas.openxmlformats.org/officeDocument/2006/relationships/tableStyles" Target="/ppt/tableStyles.xml" Id="R0354c3412b9b496b" /><Relationship Type="http://schemas.openxmlformats.org/officeDocument/2006/relationships/slide" Target="/ppt/slides/slide1.xml" Id="Rd08cb8f55686415a" /><Relationship Type="http://schemas.openxmlformats.org/officeDocument/2006/relationships/slide" Target="/ppt/slides/slide2.xml" Id="Rf3598440a5fa4d47" /><Relationship Type="http://schemas.openxmlformats.org/officeDocument/2006/relationships/slide" Target="/ppt/slides/slide3.xml" Id="Rcf24f37924ee40fd" /><Relationship Type="http://schemas.openxmlformats.org/officeDocument/2006/relationships/slide" Target="/ppt/slides/slide4.xml" Id="R96e38c48f97947f1" /><Relationship Type="http://schemas.openxmlformats.org/officeDocument/2006/relationships/slide" Target="/ppt/slides/slide5.xml" Id="R5976f3889cc94731" /><Relationship Type="http://schemas.openxmlformats.org/officeDocument/2006/relationships/slide" Target="/ppt/slides/slide6.xml" Id="R14a15a4c94394b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d3a5d06a3541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f7c43c3fc94928" /><Relationship Type="http://schemas.openxmlformats.org/officeDocument/2006/relationships/notesMaster" Target="/ppt/notesMasters/notesMaster1.xml" Id="Rc3e6d724dddc40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ccbf6973ab4861" /><Relationship Type="http://schemas.openxmlformats.org/officeDocument/2006/relationships/notesMaster" Target="/ppt/notesMasters/notesMaster1.xml" Id="R96ec57a0bac443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fd471dcfc84c61" /><Relationship Type="http://schemas.openxmlformats.org/officeDocument/2006/relationships/notesMaster" Target="/ppt/notesMasters/notesMaster1.xml" Id="Rcd3aa4fcfdb943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aabff3f75e4643" /><Relationship Type="http://schemas.openxmlformats.org/officeDocument/2006/relationships/notesMaster" Target="/ppt/notesMasters/notesMaster1.xml" Id="R492541f5047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f20beaf0524db9" /><Relationship Type="http://schemas.openxmlformats.org/officeDocument/2006/relationships/notesMaster" Target="/ppt/notesMasters/notesMaster1.xml" Id="R26248ac75ab14f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c730859f7d4cbd" /><Relationship Type="http://schemas.openxmlformats.org/officeDocument/2006/relationships/notesMaster" Target="/ppt/notesMasters/notesMaster1.xml" Id="R7babd78abcbc42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1 of the provided PowerPoint. Oracle logo, Oracle mark, row icons, and the right-side Oracle Cloud VMware Solution illustration are kept as cropped image assets from the source. Visible title, sizing label, and customer/date/prepared-by text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user-provided screenshot. Oracle/OCI logo, VMware cloud logo, top benefit icons, on-premises icons, capacity expansion icons, target-card icons, business-outcome icons, and bottom target icon are retained as cropped image assets from the screenshot. Title, subtitle, panels, arrows, labels, descriptions, callout and footer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3 of the provided PowerPoint. Oracle logo, Oracle mark, and all metric/panel icons are kept as cropped image assets from the source. Title, explanatory text, architecture table, cluster card, values, callout, footer, panels, and separators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4 of the provided PowerPoint. Oracle logo is kept as a cropped image asset from the source; confidentiality labels and grey background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9837caca4b43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87ed8731a944d4" /><Relationship Type="http://schemas.openxmlformats.org/officeDocument/2006/relationships/slideLayout" Target="/ppt/slideLayouts/slideLayout1.xml" Id="R73d76489d7704f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d76489d7704f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f7ad70a31d46d2" /><Relationship Type="http://schemas.openxmlformats.org/officeDocument/2006/relationships/image" Target="/ppt/media/image.png" Id="Rb9d2db2d69e84daa" /><Relationship Type="http://schemas.openxmlformats.org/officeDocument/2006/relationships/image" Target="/ppt/media/image2.png" Id="R098ec1fbb1164602" /><Relationship Type="http://schemas.openxmlformats.org/officeDocument/2006/relationships/image" Target="/ppt/media/image3.png" Id="R5c7a441ec70e4134" /><Relationship Type="http://schemas.openxmlformats.org/officeDocument/2006/relationships/image" Target="/ppt/media/image4.png" Id="Rd2f3acb33c1d40b7" /><Relationship Type="http://schemas.openxmlformats.org/officeDocument/2006/relationships/image" Target="/ppt/media/image5.png" Id="R52dc953f0f38405d" /><Relationship Type="http://schemas.openxmlformats.org/officeDocument/2006/relationships/image" Target="/ppt/media/image6.png" Id="R1334cee4fb934eab" /><Relationship Type="http://schemas.openxmlformats.org/officeDocument/2006/relationships/notesSlide" Target="/ppt/notesSlides/notesSlide1.xml" Id="Rabaf446aead841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8c76eb39334cf0" /><Relationship Type="http://schemas.openxmlformats.org/officeDocument/2006/relationships/image" Target="/ppt/media/image7.png" Id="R250ed03ea78c4e73" /><Relationship Type="http://schemas.openxmlformats.org/officeDocument/2006/relationships/image" Target="/ppt/media/image8.png" Id="R8e061a6ade894529" /><Relationship Type="http://schemas.openxmlformats.org/officeDocument/2006/relationships/image" Target="/ppt/media/image9.png" Id="R5e22612bb9604f44" /><Relationship Type="http://schemas.openxmlformats.org/officeDocument/2006/relationships/image" Target="/ppt/media/image10.png" Id="R5c95ae8d898a40c1" /><Relationship Type="http://schemas.openxmlformats.org/officeDocument/2006/relationships/image" Target="/ppt/media/image11.png" Id="Ra749e238eb214cf7" /><Relationship Type="http://schemas.openxmlformats.org/officeDocument/2006/relationships/image" Target="/ppt/media/image12.png" Id="R2dbd054a3b4f4ee7" /><Relationship Type="http://schemas.openxmlformats.org/officeDocument/2006/relationships/image" Target="/ppt/media/image13.png" Id="Ra69f8e7282024a0a" /><Relationship Type="http://schemas.openxmlformats.org/officeDocument/2006/relationships/image" Target="/ppt/media/image14.png" Id="R2a33b6cb5ab34e5c" /><Relationship Type="http://schemas.openxmlformats.org/officeDocument/2006/relationships/image" Target="/ppt/media/image15.png" Id="Rb4c0dd257ddb4847" /><Relationship Type="http://schemas.openxmlformats.org/officeDocument/2006/relationships/image" Target="/ppt/media/image16.png" Id="R4c869843349d4cf9" /><Relationship Type="http://schemas.openxmlformats.org/officeDocument/2006/relationships/image" Target="/ppt/media/image17.png" Id="Rad5a81169dd249cf" /><Relationship Type="http://schemas.openxmlformats.org/officeDocument/2006/relationships/image" Target="/ppt/media/image18.png" Id="R987487a87d7f45c7" /><Relationship Type="http://schemas.openxmlformats.org/officeDocument/2006/relationships/image" Target="/ppt/media/image19.png" Id="R66c253efb3eb416e" /><Relationship Type="http://schemas.openxmlformats.org/officeDocument/2006/relationships/image" Target="/ppt/media/image20.png" Id="R1fed11bd17ec4704" /><Relationship Type="http://schemas.openxmlformats.org/officeDocument/2006/relationships/image" Target="/ppt/media/image21.png" Id="R5f264d57d6ff446b" /><Relationship Type="http://schemas.openxmlformats.org/officeDocument/2006/relationships/image" Target="/ppt/media/image22.png" Id="R94fe7d5b8c364fda" /><Relationship Type="http://schemas.openxmlformats.org/officeDocument/2006/relationships/image" Target="/ppt/media/image23.png" Id="Radc020f33e394520" /><Relationship Type="http://schemas.openxmlformats.org/officeDocument/2006/relationships/image" Target="/ppt/media/image24.png" Id="R9aef93b2cc7b4ef4" /><Relationship Type="http://schemas.openxmlformats.org/officeDocument/2006/relationships/image" Target="/ppt/media/image25.png" Id="Rc69b90c0122e4584" /><Relationship Type="http://schemas.openxmlformats.org/officeDocument/2006/relationships/image" Target="/ppt/media/image26.png" Id="Rf65c279e2b404077" /><Relationship Type="http://schemas.openxmlformats.org/officeDocument/2006/relationships/image" Target="/ppt/media/image27.png" Id="Re49512cdc5fb4cd8" /><Relationship Type="http://schemas.openxmlformats.org/officeDocument/2006/relationships/image" Target="/ppt/media/image28.png" Id="R747c791146084064" /><Relationship Type="http://schemas.openxmlformats.org/officeDocument/2006/relationships/image" Target="/ppt/media/image29.png" Id="Rf711b5bcb6a548c3" /><Relationship Type="http://schemas.openxmlformats.org/officeDocument/2006/relationships/image" Target="/ppt/media/image30.png" Id="R02349ca768294c7d" /><Relationship Type="http://schemas.openxmlformats.org/officeDocument/2006/relationships/image" Target="/ppt/media/image31.png" Id="R0b7118261ff4448b" /><Relationship Type="http://schemas.openxmlformats.org/officeDocument/2006/relationships/image" Target="/ppt/media/image32.png" Id="R605c15d7be0f4183" /><Relationship Type="http://schemas.openxmlformats.org/officeDocument/2006/relationships/image" Target="/ppt/media/image33.png" Id="R5b41cb317bfb40a0" /><Relationship Type="http://schemas.openxmlformats.org/officeDocument/2006/relationships/image" Target="/ppt/media/image34.png" Id="R7bb8eda4de994543" /><Relationship Type="http://schemas.openxmlformats.org/officeDocument/2006/relationships/image" Target="/ppt/media/image35.png" Id="R1c60994a8127478a" /><Relationship Type="http://schemas.openxmlformats.org/officeDocument/2006/relationships/image" Target="/ppt/media/image36.png" Id="Rede744a90b424336" /><Relationship Type="http://schemas.openxmlformats.org/officeDocument/2006/relationships/notesSlide" Target="/ppt/notesSlides/notesSlide2.xml" Id="Rfc6560f50d9544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be5c6afc4e45b9" /><Relationship Type="http://schemas.openxmlformats.org/officeDocument/2006/relationships/image" Target="/ppt/media/image37.png" Id="Rcf4efb71668146fe" /><Relationship Type="http://schemas.openxmlformats.org/officeDocument/2006/relationships/image" Target="/ppt/media/image38.png" Id="R153ed6036ae148c7" /><Relationship Type="http://schemas.openxmlformats.org/officeDocument/2006/relationships/image" Target="/ppt/media/image39.png" Id="R40eb007f0e8d459f" /><Relationship Type="http://schemas.openxmlformats.org/officeDocument/2006/relationships/image" Target="/ppt/media/image40.png" Id="Ra4de77af8be2450f" /><Relationship Type="http://schemas.openxmlformats.org/officeDocument/2006/relationships/image" Target="/ppt/media/image41.png" Id="Rc6c293f6721842fa" /><Relationship Type="http://schemas.openxmlformats.org/officeDocument/2006/relationships/image" Target="/ppt/media/image42.png" Id="R369a6999103f4592" /><Relationship Type="http://schemas.openxmlformats.org/officeDocument/2006/relationships/image" Target="/ppt/media/image43.png" Id="Rb7c08901c41d4de7" /><Relationship Type="http://schemas.openxmlformats.org/officeDocument/2006/relationships/image" Target="/ppt/media/image44.png" Id="Rb07e715d036a4ab0" /><Relationship Type="http://schemas.openxmlformats.org/officeDocument/2006/relationships/image" Target="/ppt/media/image45.png" Id="Rb87030ca55404567" /><Relationship Type="http://schemas.openxmlformats.org/officeDocument/2006/relationships/image" Target="/ppt/media/image46.png" Id="R679b1b52c6f04954" /><Relationship Type="http://schemas.openxmlformats.org/officeDocument/2006/relationships/image" Target="/ppt/media/image47.png" Id="Rbedf579668034315" /><Relationship Type="http://schemas.openxmlformats.org/officeDocument/2006/relationships/image" Target="/ppt/media/image48.png" Id="Rac00f7bc8ae04fd2" /><Relationship Type="http://schemas.openxmlformats.org/officeDocument/2006/relationships/image" Target="/ppt/media/image49.png" Id="Rbd20cff91b084950" /><Relationship Type="http://schemas.openxmlformats.org/officeDocument/2006/relationships/notesSlide" Target="/ppt/notesSlides/notesSlide3.xml" Id="Rdac47e850b5944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453af9ae584e25" /><Relationship Type="http://schemas.openxmlformats.org/officeDocument/2006/relationships/image" Target="/ppt/media/image50.png" Id="Re4b7c0b5648f4a10" /><Relationship Type="http://schemas.openxmlformats.org/officeDocument/2006/relationships/image" Target="/ppt/media/image51.png" Id="R4e0314635a804a54" /><Relationship Type="http://schemas.openxmlformats.org/officeDocument/2006/relationships/image" Target="/ppt/media/image52.png" Id="R7224e1d1075147da" /><Relationship Type="http://schemas.openxmlformats.org/officeDocument/2006/relationships/image" Target="/ppt/media/image53.png" Id="R06a94afbbdcd405e" /><Relationship Type="http://schemas.openxmlformats.org/officeDocument/2006/relationships/image" Target="/ppt/media/image54.png" Id="R86aabab60ae84782" /><Relationship Type="http://schemas.openxmlformats.org/officeDocument/2006/relationships/image" Target="/ppt/media/image55.png" Id="R1cf3b3d114d549ba" /><Relationship Type="http://schemas.openxmlformats.org/officeDocument/2006/relationships/image" Target="/ppt/media/image56.png" Id="R7b4e8129dbb248bb" /><Relationship Type="http://schemas.openxmlformats.org/officeDocument/2006/relationships/image" Target="/ppt/media/image57.png" Id="R2d851abcaa6940cb" /><Relationship Type="http://schemas.openxmlformats.org/officeDocument/2006/relationships/image" Target="/ppt/media/image58.png" Id="Rf08b4508338c4fb8" /><Relationship Type="http://schemas.openxmlformats.org/officeDocument/2006/relationships/notesSlide" Target="/ppt/notesSlides/notesSlide4.xml" Id="Rf9a0b5d8183e42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4392f0b5dc4fb4" /><Relationship Type="http://schemas.openxmlformats.org/officeDocument/2006/relationships/image" Target="/ppt/media/image59.png" Id="R33894ddd63bc429b" /><Relationship Type="http://schemas.openxmlformats.org/officeDocument/2006/relationships/image" Target="/ppt/media/image60.png" Id="R0273373c000a4cbf" /><Relationship Type="http://schemas.openxmlformats.org/officeDocument/2006/relationships/image" Target="/ppt/media/image61.png" Id="R8d09967daaf644aa" /><Relationship Type="http://schemas.openxmlformats.org/officeDocument/2006/relationships/image" Target="/ppt/media/image62.png" Id="R70418bcd85d943ac" /><Relationship Type="http://schemas.openxmlformats.org/officeDocument/2006/relationships/image" Target="/ppt/media/image63.png" Id="Re7a071b844d44318" /><Relationship Type="http://schemas.openxmlformats.org/officeDocument/2006/relationships/image" Target="/ppt/media/image64.png" Id="R483d83b01a524689" /><Relationship Type="http://schemas.openxmlformats.org/officeDocument/2006/relationships/image" Target="/ppt/media/image65.png" Id="Rc162bb65bbac4d1a" /><Relationship Type="http://schemas.openxmlformats.org/officeDocument/2006/relationships/image" Target="/ppt/media/image66.png" Id="R19343bf49d024280" /><Relationship Type="http://schemas.openxmlformats.org/officeDocument/2006/relationships/image" Target="/ppt/media/image67.png" Id="R014a35ec14c24aec" /><Relationship Type="http://schemas.openxmlformats.org/officeDocument/2006/relationships/image" Target="/ppt/media/image68.png" Id="Rc828f6cbf3dd4864" /><Relationship Type="http://schemas.openxmlformats.org/officeDocument/2006/relationships/image" Target="/ppt/media/image69.png" Id="R3912b412139e483b" /><Relationship Type="http://schemas.openxmlformats.org/officeDocument/2006/relationships/image" Target="/ppt/media/image70.png" Id="R64219ff0fb414566" /><Relationship Type="http://schemas.openxmlformats.org/officeDocument/2006/relationships/image" Target="/ppt/media/image71.png" Id="R16a3b1cb8f8a4ced" /><Relationship Type="http://schemas.openxmlformats.org/officeDocument/2006/relationships/image" Target="/ppt/media/image6.png" Id="Rf2b23efba51e49b3" /><Relationship Type="http://schemas.openxmlformats.org/officeDocument/2006/relationships/notesSlide" Target="/ppt/notesSlides/notesSlide5.xml" Id="R46bedbba3e9448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8386dd5a124d0d" /><Relationship Type="http://schemas.openxmlformats.org/officeDocument/2006/relationships/image" Target="/ppt/media/image72.png" Id="R76fe3fbc96cd418a" /><Relationship Type="http://schemas.openxmlformats.org/officeDocument/2006/relationships/notesSlide" Target="/ppt/notesSlides/notesSlide6.xml" Id="R7a15e95ee3074440" /></Relationships>
</file>

<file path=ppt/slides/slide1.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4696C5B5-BCFA-4425-B931-C6A2F4CF4A25}"/>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375AA658-C774-489C-98AA-71460C4C75DC}"/>
              </a:ext>
            </a:extLst>
          </p:cNvPr>
          <p:cNvSpPr>
            <a:spLocks xmlns:a="http://schemas.openxmlformats.org/drawingml/2006/main" noGrp="1"/>
          </p:cNvSpPr>
          <p:nvPr/>
        </p:nvSpPr>
        <p:spPr>
          <a:xfrm xmlns:a="http://schemas.openxmlformats.org/drawingml/2006/main">
            <a:off x="4486275"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F6E5068-3122-4247-9AB7-38EBFA209EEF}"/>
              </a:ext>
            </a:extLst>
          </p:cNvPr>
          <p:cNvSpPr>
            <a:spLocks xmlns:a="http://schemas.openxmlformats.org/drawingml/2006/main" noGrp="1"/>
          </p:cNvSpPr>
          <p:nvPr/>
        </p:nvSpPr>
        <p:spPr>
          <a:xfrm xmlns:a="http://schemas.openxmlformats.org/drawingml/2006/main">
            <a:off x="5143500" y="56197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7BF01C8E-6137-4231-8D77-A754E49C2571}"/>
              </a:ext>
            </a:extLst>
          </p:cNvPr>
          <p:cNvSpPr>
            <a:spLocks xmlns:a="http://schemas.openxmlformats.org/drawingml/2006/main" noGrp="1"/>
          </p:cNvSpPr>
          <p:nvPr/>
        </p:nvSpPr>
        <p:spPr>
          <a:xfrm xmlns:a="http://schemas.openxmlformats.org/drawingml/2006/main">
            <a:off x="6210300" y="3714750"/>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F10343F5-2252-4F30-81D6-73B33763131E}"/>
              </a:ext>
            </a:extLst>
          </p:cNvPr>
          <p:cNvSpPr>
            <a:spLocks xmlns:a="http://schemas.openxmlformats.org/drawingml/2006/main" noGrp="1"/>
          </p:cNvSpPr>
          <p:nvPr/>
        </p:nvSpPr>
        <p:spPr>
          <a:xfrm xmlns:a="http://schemas.openxmlformats.org/drawingml/2006/main">
            <a:off x="113157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6BA590D-5274-475F-AEBD-A987F53BBD38}"/>
              </a:ext>
            </a:extLst>
          </p:cNvPr>
          <p:cNvSpPr>
            <a:spLocks xmlns:a="http://schemas.openxmlformats.org/drawingml/2006/main" noGrp="1"/>
          </p:cNvSpPr>
          <p:nvPr/>
        </p:nvSpPr>
        <p:spPr>
          <a:xfrm xmlns:a="http://schemas.openxmlformats.org/drawingml/2006/main">
            <a:off x="118110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2F11CAD1-90ED-4491-A3BE-A83AEE7C6506}"/>
              </a:ext>
            </a:extLst>
          </p:cNvPr>
          <p:cNvSpPr>
            <a:spLocks xmlns:a="http://schemas.openxmlformats.org/drawingml/2006/main" noGrp="1"/>
          </p:cNvSpPr>
          <p:nvPr/>
        </p:nvSpPr>
        <p:spPr>
          <a:xfrm xmlns:a="http://schemas.openxmlformats.org/drawingml/2006/main">
            <a:off x="4486275" y="38766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17FB2515-F71F-4A18-8796-33CCAB489220}"/>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752F6077-993B-4744-8476-4A5DEA11BC42}"/>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45" name="Picture 37"/>
          <p:cNvPicPr>
            <a:picLocks xmlns:a="http://schemas.openxmlformats.org/drawingml/2006/main" noChangeAspect="1"/>
          </p:cNvPicPr>
          <p:nvPr/>
        </p:nvPicPr>
        <p:blipFill>
          <a:blip xmlns:r="http://schemas.openxmlformats.org/officeDocument/2006/relationships" xmlns:a="http://schemas.openxmlformats.org/drawingml/2006/main" r:embed="Rb9d2db2d69e84daa"/>
          <a:stretch xmlns:a="http://schemas.openxmlformats.org/drawingml/2006/main"/>
        </p:blipFill>
        <p:spPr>
          <a:xfrm xmlns:a="http://schemas.openxmlformats.org/drawingml/2006/main">
            <a:off x="333375" y="295275"/>
            <a:ext cx="2152650" cy="704850"/>
          </a:xfrm>
          <a:prstGeom xmlns:a="http://schemas.openxmlformats.org/drawingml/2006/main" prst="rect">
            <a:avLst/>
          </a:prstGeom>
        </p:spPr>
      </p:pic>
      <p:pic>
        <p:nvPicPr>
          <p:cNvPr id="46" name="Picture 38"/>
          <p:cNvPicPr>
            <a:picLocks xmlns:a="http://schemas.openxmlformats.org/drawingml/2006/main" noChangeAspect="1"/>
          </p:cNvPicPr>
          <p:nvPr/>
        </p:nvPicPr>
        <p:blipFill>
          <a:blip xmlns:r="http://schemas.openxmlformats.org/officeDocument/2006/relationships" xmlns:a="http://schemas.openxmlformats.org/drawingml/2006/main" r:embed="R098ec1fbb1164602"/>
          <a:stretch xmlns:a="http://schemas.openxmlformats.org/drawingml/2006/main"/>
        </p:blipFill>
        <p:spPr>
          <a:xfrm xmlns:a="http://schemas.openxmlformats.org/drawingml/2006/main">
            <a:off x="6096000" y="476250"/>
            <a:ext cx="5524500" cy="500062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BE18B706-8D3E-4081-9607-FAFE11CAC30D}"/>
              </a:ext>
            </a:extLst>
          </p:cNvPr>
          <p:cNvSpPr>
            <a:spLocks xmlns:a="http://schemas.openxmlformats.org/drawingml/2006/main" noGrp="1"/>
          </p:cNvSpPr>
          <p:nvPr/>
        </p:nvSpPr>
        <p:spPr>
          <a:xfrm xmlns:a="http://schemas.openxmlformats.org/drawingml/2006/main">
            <a:off x="361950" y="173355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Oracle Cloud</a:t>
            </a:r>
          </a:p>
        </p:txBody>
      </p:sp>
      <p:sp>
        <p:nvSpPr>
          <p:cNvPr id="13" name="Rectangle 12">
            <a:extLst xmlns:a="http://schemas.openxmlformats.org/drawingml/2006/main">
              <a:ext uri="{FF2B5EF4-FFF2-40B4-BE49-F238E27FC236}">
                <a16:creationId xmlns:a16="http://schemas.microsoft.com/office/drawing/2014/main" id="{013ED40B-2727-41E5-9FA9-6767E03C6F90}"/>
              </a:ext>
            </a:extLst>
          </p:cNvPr>
          <p:cNvSpPr>
            <a:spLocks xmlns:a="http://schemas.openxmlformats.org/drawingml/2006/main" noGrp="1"/>
          </p:cNvSpPr>
          <p:nvPr/>
        </p:nvSpPr>
        <p:spPr>
          <a:xfrm xmlns:a="http://schemas.openxmlformats.org/drawingml/2006/main">
            <a:off x="361950" y="24003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VMware Solution</a:t>
            </a:r>
          </a:p>
        </p:txBody>
      </p:sp>
      <p:sp>
        <p:nvSpPr>
          <p:cNvPr id="14" name="Rectangle 13">
            <a:extLst xmlns:a="http://schemas.openxmlformats.org/drawingml/2006/main">
              <a:ext uri="{FF2B5EF4-FFF2-40B4-BE49-F238E27FC236}">
                <a16:creationId xmlns:a16="http://schemas.microsoft.com/office/drawing/2014/main" id="{E87D35AF-65D4-4A89-A0BA-254325912F36}"/>
              </a:ext>
            </a:extLst>
          </p:cNvPr>
          <p:cNvSpPr>
            <a:spLocks xmlns:a="http://schemas.openxmlformats.org/drawingml/2006/main" noGrp="1"/>
          </p:cNvSpPr>
          <p:nvPr/>
        </p:nvSpPr>
        <p:spPr>
          <a:xfrm xmlns:a="http://schemas.openxmlformats.org/drawingml/2006/main">
            <a:off x="419100" y="3429000"/>
            <a:ext cx="51435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6DCC6015-522F-4A3D-A984-81E7C719726B}"/>
              </a:ext>
            </a:extLst>
          </p:cNvPr>
          <p:cNvSpPr>
            <a:spLocks xmlns:a="http://schemas.openxmlformats.org/drawingml/2006/main" noGrp="1"/>
          </p:cNvSpPr>
          <p:nvPr/>
        </p:nvSpPr>
        <p:spPr>
          <a:xfrm xmlns:a="http://schemas.openxmlformats.org/drawingml/2006/main">
            <a:off x="419100" y="375285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Proposed Sizing</a:t>
            </a:r>
          </a:p>
        </p:txBody>
      </p:sp>
      <p:pic>
        <p:nvPicPr>
          <p:cNvPr id="51" name="Picture 43"/>
          <p:cNvPicPr>
            <a:picLocks xmlns:a="http://schemas.openxmlformats.org/drawingml/2006/main" noChangeAspect="1"/>
          </p:cNvPicPr>
          <p:nvPr/>
        </p:nvPicPr>
        <p:blipFill>
          <a:blip xmlns:r="http://schemas.openxmlformats.org/officeDocument/2006/relationships" xmlns:a="http://schemas.openxmlformats.org/drawingml/2006/main" r:embed="R5c7a441ec70e4134"/>
          <a:stretch xmlns:a="http://schemas.openxmlformats.org/drawingml/2006/main"/>
        </p:blipFill>
        <p:spPr>
          <a:xfrm xmlns:a="http://schemas.openxmlformats.org/drawingml/2006/main">
            <a:off x="409575" y="4514850"/>
            <a:ext cx="466725" cy="466725"/>
          </a:xfrm>
          <a:prstGeom xmlns:a="http://schemas.openxmlformats.org/drawingml/2006/main" prst="rect">
            <a:avLst/>
          </a:prstGeom>
        </p:spPr>
      </p:pic>
      <p:sp>
        <p:nvSpPr>
          <p:cNvPr id="17" name="Straight Connector 16">
            <a:extLst xmlns:a="http://schemas.openxmlformats.org/drawingml/2006/main">
              <a:ext uri="{FF2B5EF4-FFF2-40B4-BE49-F238E27FC236}">
                <a16:creationId xmlns:a16="http://schemas.microsoft.com/office/drawing/2014/main" id="{766A464C-B41C-4A32-B41D-BFAE1B316D1B}"/>
              </a:ext>
            </a:extLst>
          </p:cNvPr>
          <p:cNvSpPr>
            <a:spLocks xmlns:a="http://schemas.openxmlformats.org/drawingml/2006/main" noGrp="1"/>
          </p:cNvSpPr>
          <p:nvPr/>
        </p:nvSpPr>
        <p:spPr>
          <a:xfrm xmlns:a="http://schemas.openxmlformats.org/drawingml/2006/main">
            <a:off x="1028700" y="453390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94955B22-66CD-4132-A773-8F5CF23333EC}"/>
              </a:ext>
            </a:extLst>
          </p:cNvPr>
          <p:cNvSpPr>
            <a:spLocks xmlns:a="http://schemas.openxmlformats.org/drawingml/2006/main" noGrp="1"/>
          </p:cNvSpPr>
          <p:nvPr/>
        </p:nvSpPr>
        <p:spPr>
          <a:xfrm xmlns:a="http://schemas.openxmlformats.org/drawingml/2006/main">
            <a:off x="1190625" y="45815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9" name="editable-customer-value">
            <a:extLst xmlns:a="http://schemas.openxmlformats.org/drawingml/2006/main">
              <a:ext uri="{FF2B5EF4-FFF2-40B4-BE49-F238E27FC236}">
                <a16:creationId xmlns:a16="http://schemas.microsoft.com/office/drawing/2014/main" id="{BE76D494-55F5-4B36-BA24-6D15C411EBCA}"/>
              </a:ext>
            </a:extLst>
          </p:cNvPr>
          <p:cNvSpPr>
            <a:spLocks xmlns:a="http://schemas.openxmlformats.org/drawingml/2006/main" noGrp="1"/>
          </p:cNvSpPr>
          <p:nvPr/>
        </p:nvSpPr>
        <p:spPr>
          <a:xfrm xmlns:a="http://schemas.openxmlformats.org/drawingml/2006/main">
            <a:off x="1190625" y="4838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55" name="Picture 47"/>
          <p:cNvPicPr>
            <a:picLocks xmlns:a="http://schemas.openxmlformats.org/drawingml/2006/main" noChangeAspect="1"/>
          </p:cNvPicPr>
          <p:nvPr/>
        </p:nvPicPr>
        <p:blipFill>
          <a:blip xmlns:r="http://schemas.openxmlformats.org/officeDocument/2006/relationships" xmlns:a="http://schemas.openxmlformats.org/drawingml/2006/main" r:embed="Rd2f3acb33c1d40b7"/>
          <a:stretch xmlns:a="http://schemas.openxmlformats.org/drawingml/2006/main"/>
        </p:blipFill>
        <p:spPr>
          <a:xfrm xmlns:a="http://schemas.openxmlformats.org/drawingml/2006/main">
            <a:off x="409575" y="5133975"/>
            <a:ext cx="466725" cy="466725"/>
          </a:xfrm>
          <a:prstGeom xmlns:a="http://schemas.openxmlformats.org/drawingml/2006/main" prst="rect">
            <a:avLst/>
          </a:prstGeom>
        </p:spPr>
      </p:pic>
      <p:sp>
        <p:nvSpPr>
          <p:cNvPr id="21" name="Straight Connector 20">
            <a:extLst xmlns:a="http://schemas.openxmlformats.org/drawingml/2006/main">
              <a:ext uri="{FF2B5EF4-FFF2-40B4-BE49-F238E27FC236}">
                <a16:creationId xmlns:a16="http://schemas.microsoft.com/office/drawing/2014/main" id="{2C0F680F-8892-4F5E-9A05-8BE56BC3CA23}"/>
              </a:ext>
            </a:extLst>
          </p:cNvPr>
          <p:cNvSpPr>
            <a:spLocks xmlns:a="http://schemas.openxmlformats.org/drawingml/2006/main" noGrp="1"/>
          </p:cNvSpPr>
          <p:nvPr/>
        </p:nvSpPr>
        <p:spPr>
          <a:xfrm xmlns:a="http://schemas.openxmlformats.org/drawingml/2006/main">
            <a:off x="1028700" y="5153025"/>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72916E2-4478-4F86-A366-DBB47E53E5DB}"/>
              </a:ext>
            </a:extLst>
          </p:cNvPr>
          <p:cNvSpPr>
            <a:spLocks xmlns:a="http://schemas.openxmlformats.org/drawingml/2006/main" noGrp="1"/>
          </p:cNvSpPr>
          <p:nvPr/>
        </p:nvSpPr>
        <p:spPr>
          <a:xfrm xmlns:a="http://schemas.openxmlformats.org/drawingml/2006/main">
            <a:off x="1190625" y="5200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3" name="editable-date-value">
            <a:extLst xmlns:a="http://schemas.openxmlformats.org/drawingml/2006/main">
              <a:ext uri="{FF2B5EF4-FFF2-40B4-BE49-F238E27FC236}">
                <a16:creationId xmlns:a16="http://schemas.microsoft.com/office/drawing/2014/main" id="{DD2D484A-CE83-4CF9-B570-03AA9C51BC3C}"/>
              </a:ext>
            </a:extLst>
          </p:cNvPr>
          <p:cNvSpPr>
            <a:spLocks xmlns:a="http://schemas.openxmlformats.org/drawingml/2006/main" noGrp="1"/>
          </p:cNvSpPr>
          <p:nvPr/>
        </p:nvSpPr>
        <p:spPr>
          <a:xfrm xmlns:a="http://schemas.openxmlformats.org/drawingml/2006/main">
            <a:off x="1190625" y="54578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9" name="Picture 51"/>
          <p:cNvPicPr>
            <a:picLocks xmlns:a="http://schemas.openxmlformats.org/drawingml/2006/main" noChangeAspect="1"/>
          </p:cNvPicPr>
          <p:nvPr/>
        </p:nvPicPr>
        <p:blipFill>
          <a:blip xmlns:r="http://schemas.openxmlformats.org/officeDocument/2006/relationships" xmlns:a="http://schemas.openxmlformats.org/drawingml/2006/main" r:embed="R52dc953f0f38405d"/>
          <a:stretch xmlns:a="http://schemas.openxmlformats.org/drawingml/2006/main"/>
        </p:blipFill>
        <p:spPr>
          <a:xfrm xmlns:a="http://schemas.openxmlformats.org/drawingml/2006/main">
            <a:off x="409575" y="5753100"/>
            <a:ext cx="466725" cy="466725"/>
          </a:xfrm>
          <a:prstGeom xmlns:a="http://schemas.openxmlformats.org/drawingml/2006/main" prst="rect">
            <a:avLst/>
          </a:prstGeom>
        </p:spPr>
      </p:pic>
      <p:sp>
        <p:nvSpPr>
          <p:cNvPr id="25" name="Straight Connector 24">
            <a:extLst xmlns:a="http://schemas.openxmlformats.org/drawingml/2006/main">
              <a:ext uri="{FF2B5EF4-FFF2-40B4-BE49-F238E27FC236}">
                <a16:creationId xmlns:a16="http://schemas.microsoft.com/office/drawing/2014/main" id="{B3390FB1-CD6B-41FD-9B09-6D5983025783}"/>
              </a:ext>
            </a:extLst>
          </p:cNvPr>
          <p:cNvSpPr>
            <a:spLocks xmlns:a="http://schemas.openxmlformats.org/drawingml/2006/main" noGrp="1"/>
          </p:cNvSpPr>
          <p:nvPr/>
        </p:nvSpPr>
        <p:spPr>
          <a:xfrm xmlns:a="http://schemas.openxmlformats.org/drawingml/2006/main">
            <a:off x="1028700" y="577215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5530C77E-C4B2-416C-9770-1B40B5930109}"/>
              </a:ext>
            </a:extLst>
          </p:cNvPr>
          <p:cNvSpPr>
            <a:spLocks xmlns:a="http://schemas.openxmlformats.org/drawingml/2006/main" noGrp="1"/>
          </p:cNvSpPr>
          <p:nvPr/>
        </p:nvSpPr>
        <p:spPr>
          <a:xfrm xmlns:a="http://schemas.openxmlformats.org/drawingml/2006/main">
            <a:off x="1190625" y="58197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7" name="Rectangle 26">
            <a:extLst xmlns:a="http://schemas.openxmlformats.org/drawingml/2006/main">
              <a:ext uri="{FF2B5EF4-FFF2-40B4-BE49-F238E27FC236}">
                <a16:creationId xmlns:a16="http://schemas.microsoft.com/office/drawing/2014/main" id="{6AA52625-B2E2-4958-9002-F06DCF489D85}"/>
              </a:ext>
            </a:extLst>
          </p:cNvPr>
          <p:cNvSpPr>
            <a:spLocks xmlns:a="http://schemas.openxmlformats.org/drawingml/2006/main" noGrp="1"/>
          </p:cNvSpPr>
          <p:nvPr/>
        </p:nvSpPr>
        <p:spPr>
          <a:xfrm xmlns:a="http://schemas.openxmlformats.org/drawingml/2006/main">
            <a:off x="1190625" y="60769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63" name="Picture 55"/>
          <p:cNvPicPr>
            <a:picLocks xmlns:a="http://schemas.openxmlformats.org/drawingml/2006/main" noChangeAspect="1"/>
          </p:cNvPicPr>
          <p:nvPr/>
        </p:nvPicPr>
        <p:blipFill>
          <a:blip xmlns:r="http://schemas.openxmlformats.org/officeDocument/2006/relationships" xmlns:a="http://schemas.openxmlformats.org/drawingml/2006/main" r:embed="R1334cee4fb934eab"/>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1245070656"/>
      </p:ext>
    </p:extLst>
  </p:cSld>
</p:sld>
</file>

<file path=ppt/slides/slide2.xml><?xml version="1.0" encoding="utf-8"?>
<p:sld xmlns:p="http://schemas.openxmlformats.org/presentationml/2006/main">
  <p:cSld>
    <p:bg>
      <p:bgPr>
        <a:solidFill xmlns:a="http://schemas.openxmlformats.org/drawingml/2006/main">
          <a:srgbClr val="FCFBF9"/>
        </a:solidFill>
      </p:bgPr>
    </p:bg>
    <p:spTree>
      <p:nvGrpSpPr>
        <p:cNvPr id="1" name=""/>
        <p:cNvGrpSpPr/>
        <p:nvPr/>
      </p:nvGrpSpPr>
      <p:grpSpPr>
        <a:xfrm xmlns:a="http://schemas.openxmlformats.org/drawingml/2006/main"/>
      </p:grpSpPr>
      <p:sp>
        <p:nvSpPr>
          <p:cNvPr id="113" name="Oval 112">
            <a:extLst xmlns:a="http://schemas.openxmlformats.org/drawingml/2006/main">
              <a:ext uri="{FF2B5EF4-FFF2-40B4-BE49-F238E27FC236}">
                <a16:creationId xmlns:a16="http://schemas.microsoft.com/office/drawing/2014/main" id="{4312A446-4D80-4FBE-8949-A6BF6F7B6E5B}"/>
              </a:ext>
            </a:extLst>
          </p:cNvPr>
          <p:cNvSpPr>
            <a:spLocks xmlns:a="http://schemas.openxmlformats.org/drawingml/2006/main" noGrp="1"/>
          </p:cNvSpPr>
          <p:nvPr/>
        </p:nvSpPr>
        <p:spPr>
          <a:xfrm xmlns:a="http://schemas.openxmlformats.org/drawingml/2006/main">
            <a:off x="10725150" y="84772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CF9255A7-9156-4B62-84A0-5E1A413D14DE}"/>
              </a:ext>
            </a:extLst>
          </p:cNvPr>
          <p:cNvSpPr>
            <a:spLocks xmlns:a="http://schemas.openxmlformats.org/drawingml/2006/main" noGrp="1"/>
          </p:cNvSpPr>
          <p:nvPr/>
        </p:nvSpPr>
        <p:spPr>
          <a:xfrm xmlns:a="http://schemas.openxmlformats.org/drawingml/2006/main">
            <a:off x="11049000" y="11239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AFFEA11-B2B1-4536-85DE-D7C62C5F4D93}"/>
              </a:ext>
            </a:extLst>
          </p:cNvPr>
          <p:cNvSpPr>
            <a:spLocks xmlns:a="http://schemas.openxmlformats.org/drawingml/2006/main" noGrp="1"/>
          </p:cNvSpPr>
          <p:nvPr/>
        </p:nvSpPr>
        <p:spPr>
          <a:xfrm xmlns:a="http://schemas.openxmlformats.org/drawingml/2006/main">
            <a:off x="11372850" y="15906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8D2619A9-4420-4682-A5FD-F17DBEC04854}"/>
              </a:ext>
            </a:extLst>
          </p:cNvPr>
          <p:cNvSpPr>
            <a:spLocks xmlns:a="http://schemas.openxmlformats.org/drawingml/2006/main" noGrp="1"/>
          </p:cNvSpPr>
          <p:nvPr/>
        </p:nvSpPr>
        <p:spPr>
          <a:xfrm xmlns:a="http://schemas.openxmlformats.org/drawingml/2006/main">
            <a:off x="11782425" y="51625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8A617DEA-CB83-476C-8D66-2962BAD6B68A}"/>
              </a:ext>
            </a:extLst>
          </p:cNvPr>
          <p:cNvSpPr>
            <a:spLocks xmlns:a="http://schemas.openxmlformats.org/drawingml/2006/main" noGrp="1"/>
          </p:cNvSpPr>
          <p:nvPr/>
        </p:nvSpPr>
        <p:spPr>
          <a:xfrm xmlns:a="http://schemas.openxmlformats.org/drawingml/2006/main">
            <a:off x="8867775" y="54292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DE2353B-F3E6-4C49-AB10-90CF7D2FCA33}"/>
              </a:ext>
            </a:extLst>
          </p:cNvPr>
          <p:cNvSpPr>
            <a:spLocks xmlns:a="http://schemas.openxmlformats.org/drawingml/2006/main" noGrp="1"/>
          </p:cNvSpPr>
          <p:nvPr/>
        </p:nvSpPr>
        <p:spPr>
          <a:xfrm xmlns:a="http://schemas.openxmlformats.org/drawingml/2006/main">
            <a:off x="5562600" y="6000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89877804-3293-4682-A803-CCCEC19D8272}"/>
              </a:ext>
            </a:extLst>
          </p:cNvPr>
          <p:cNvSpPr>
            <a:spLocks xmlns:a="http://schemas.openxmlformats.org/drawingml/2006/main" noGrp="1"/>
          </p:cNvSpPr>
          <p:nvPr/>
        </p:nvSpPr>
        <p:spPr>
          <a:xfrm xmlns:a="http://schemas.openxmlformats.org/drawingml/2006/main">
            <a:off x="10839450" y="5572125"/>
            <a:ext cx="1428750" cy="1219200"/>
          </a:xfrm>
          <a:prstGeom xmlns:a="http://schemas.openxmlformats.org/drawingml/2006/main" prst="ellipse">
            <a:avLst/>
          </a:prstGeom>
          <a:noFill xmlns:a="http://schemas.openxmlformats.org/drawingml/2006/main"/>
          <a:ln xmlns:a="http://schemas.openxmlformats.org/drawingml/2006/main" w="7620">
            <a:solidFill>
              <a:srgbClr val="E2E8E4"/>
            </a:solidFill>
            <a:prstDash val="dot"/>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F1613DEF-A5BA-4220-9BC5-4A70A4CC7444}"/>
              </a:ext>
            </a:extLst>
          </p:cNvPr>
          <p:cNvSpPr>
            <a:spLocks xmlns:a="http://schemas.openxmlformats.org/drawingml/2006/main" noGrp="1"/>
          </p:cNvSpPr>
          <p:nvPr/>
        </p:nvSpPr>
        <p:spPr>
          <a:xfrm xmlns:a="http://schemas.openxmlformats.org/drawingml/2006/main">
            <a:off x="0" y="3733800"/>
            <a:ext cx="1381125" cy="1638300"/>
          </a:xfrm>
          <a:prstGeom xmlns:a="http://schemas.openxmlformats.org/drawingml/2006/main" prst="ellipse">
            <a:avLst/>
          </a:prstGeom>
          <a:solidFill xmlns:a="http://schemas.openxmlformats.org/drawingml/2006/main">
            <a:srgbClr val="F7FA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315570F9-1FDB-4BD3-8966-0644BF1E82B4}"/>
              </a:ext>
            </a:extLst>
          </p:cNvPr>
          <p:cNvSpPr>
            <a:spLocks xmlns:a="http://schemas.openxmlformats.org/drawingml/2006/main" noGrp="1"/>
          </p:cNvSpPr>
          <p:nvPr/>
        </p:nvSpPr>
        <p:spPr>
          <a:xfrm xmlns:a="http://schemas.openxmlformats.org/drawingml/2006/main">
            <a:off x="333375" y="42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850" b="1" i="0">
                <a:solidFill>
                  <a:srgbClr val="111111"/>
                </a:solidFill>
                <a:latin typeface="Arial"/>
                <a:ea typeface="Arial"/>
                <a:cs typeface="Arial"/>
              </a:defRPr>
            </a:pPr>
            <a:r>
              <a:rPr sz="2850" b="1" i="0">
                <a:solidFill>
                  <a:srgbClr val="111111"/>
                </a:solidFill>
                <a:latin typeface="Arial"/>
                <a:ea typeface="Arial"/>
                <a:cs typeface="Arial"/>
              </a:rPr>
              <a:t>Capacity Expansion with Oracle Cloud VMware Solution</a:t>
            </a:r>
          </a:p>
        </p:txBody>
      </p:sp>
      <p:sp>
        <p:nvSpPr>
          <p:cNvPr id="10" name="Rectangle 9">
            <a:extLst xmlns:a="http://schemas.openxmlformats.org/drawingml/2006/main">
              <a:ext uri="{FF2B5EF4-FFF2-40B4-BE49-F238E27FC236}">
                <a16:creationId xmlns:a16="http://schemas.microsoft.com/office/drawing/2014/main" id="{C621306E-B327-4108-B613-64C35D76A26F}"/>
              </a:ext>
            </a:extLst>
          </p:cNvPr>
          <p:cNvSpPr>
            <a:spLocks xmlns:a="http://schemas.openxmlformats.org/drawingml/2006/main" noGrp="1"/>
          </p:cNvSpPr>
          <p:nvPr/>
        </p:nvSpPr>
        <p:spPr>
          <a:xfrm xmlns:a="http://schemas.openxmlformats.org/drawingml/2006/main">
            <a:off x="333375" y="971550"/>
            <a:ext cx="485775" cy="47625"/>
          </a:xfrm>
          <a:prstGeom xmlns:a="http://schemas.openxmlformats.org/drawingml/2006/main" prst="rect">
            <a:avLst/>
          </a:prstGeom>
          <a:solidFill xmlns:a="http://schemas.openxmlformats.org/drawingml/2006/main">
            <a:srgbClr val="E6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07DF412A-6197-4873-88F8-92ED023BE529}"/>
              </a:ext>
            </a:extLst>
          </p:cNvPr>
          <p:cNvSpPr>
            <a:spLocks xmlns:a="http://schemas.openxmlformats.org/drawingml/2006/main" noGrp="1"/>
          </p:cNvSpPr>
          <p:nvPr/>
        </p:nvSpPr>
        <p:spPr>
          <a:xfrm xmlns:a="http://schemas.openxmlformats.org/drawingml/2006/main">
            <a:off x="333375" y="1152525"/>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6B6B6B"/>
                </a:solidFill>
                <a:latin typeface="Arial"/>
                <a:ea typeface="Arial"/>
                <a:cs typeface="Arial"/>
              </a:defRPr>
            </a:pPr>
            <a:r>
              <a:rPr sz="1350" b="1" i="0">
                <a:solidFill>
                  <a:srgbClr val="6B6B6B"/>
                </a:solidFill>
                <a:latin typeface="Arial"/>
                <a:ea typeface="Arial"/>
                <a:cs typeface="Arial"/>
              </a:rPr>
              <a:t>Extend VMware capacity on demand while maintaining operational consistency.</a:t>
            </a:r>
          </a:p>
        </p:txBody>
      </p:sp>
      <p:pic>
        <p:nvPicPr>
          <p:cNvPr id="155" name="Picture 123"/>
          <p:cNvPicPr>
            <a:picLocks xmlns:a="http://schemas.openxmlformats.org/drawingml/2006/main" noChangeAspect="1"/>
          </p:cNvPicPr>
          <p:nvPr/>
        </p:nvPicPr>
        <p:blipFill>
          <a:blip xmlns:r="http://schemas.openxmlformats.org/officeDocument/2006/relationships" xmlns:a="http://schemas.openxmlformats.org/drawingml/2006/main" r:embed="R250ed03ea78c4e73"/>
          <a:stretch xmlns:a="http://schemas.openxmlformats.org/drawingml/2006/main"/>
        </p:blipFill>
        <p:spPr>
          <a:xfrm xmlns:a="http://schemas.openxmlformats.org/drawingml/2006/main">
            <a:off x="9477375" y="221673"/>
            <a:ext cx="2476500" cy="337705"/>
          </a:xfrm>
          <a:prstGeom xmlns:a="http://schemas.openxmlformats.org/drawingml/2006/main" prst="rect">
            <a:avLst/>
          </a:prstGeom>
        </p:spPr>
      </p:pic>
      <p:sp>
        <p:nvSpPr>
          <p:cNvPr id="13" name="Rounded Rectangle 12">
            <a:extLst xmlns:a="http://schemas.openxmlformats.org/drawingml/2006/main">
              <a:ext uri="{FF2B5EF4-FFF2-40B4-BE49-F238E27FC236}">
                <a16:creationId xmlns:a16="http://schemas.microsoft.com/office/drawing/2014/main" id="{96CBE9DE-B639-4BCC-93A2-F345FBE97B9B}"/>
              </a:ext>
            </a:extLst>
          </p:cNvPr>
          <p:cNvSpPr>
            <a:spLocks xmlns:a="http://schemas.openxmlformats.org/drawingml/2006/main" noGrp="1"/>
          </p:cNvSpPr>
          <p:nvPr/>
        </p:nvSpPr>
        <p:spPr>
          <a:xfrm xmlns:a="http://schemas.openxmlformats.org/drawingml/2006/main">
            <a:off x="323850" y="1485900"/>
            <a:ext cx="9496425" cy="657225"/>
          </a:xfrm>
          <a:prstGeom xmlns:a="http://schemas.openxmlformats.org/drawingml/2006/main" prst="roundRect">
            <a:avLst>
              <a:gd name="adj" fmla="val 10145"/>
            </a:avLst>
          </a:prstGeom>
          <a:solidFill xmlns:a="http://schemas.openxmlformats.org/drawingml/2006/main">
            <a:srgbClr val="FFFFFF"/>
          </a:solidFill>
          <a:ln xmlns:a="http://schemas.openxmlformats.org/drawingml/2006/main" w="9525">
            <a:solidFill>
              <a:srgbClr val="D3DAD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157" name="Picture 125"/>
          <p:cNvPicPr>
            <a:picLocks xmlns:a="http://schemas.openxmlformats.org/drawingml/2006/main" noChangeAspect="1"/>
          </p:cNvPicPr>
          <p:nvPr/>
        </p:nvPicPr>
        <p:blipFill>
          <a:blip xmlns:r="http://schemas.openxmlformats.org/officeDocument/2006/relationships" xmlns:a="http://schemas.openxmlformats.org/drawingml/2006/main" r:embed="R8e061a6ade894529"/>
          <a:stretch xmlns:a="http://schemas.openxmlformats.org/drawingml/2006/main"/>
        </p:blipFill>
        <p:spPr>
          <a:xfrm xmlns:a="http://schemas.openxmlformats.org/drawingml/2006/main">
            <a:off x="495300" y="1600200"/>
            <a:ext cx="419100" cy="419100"/>
          </a:xfrm>
          <a:prstGeom xmlns:a="http://schemas.openxmlformats.org/drawingml/2006/main" prst="rect">
            <a:avLst/>
          </a:prstGeom>
        </p:spPr>
      </p:pic>
      <p:sp>
        <p:nvSpPr>
          <p:cNvPr id="15" name="Rectangle 14">
            <a:extLst xmlns:a="http://schemas.openxmlformats.org/drawingml/2006/main">
              <a:ext uri="{FF2B5EF4-FFF2-40B4-BE49-F238E27FC236}">
                <a16:creationId xmlns:a16="http://schemas.microsoft.com/office/drawing/2014/main" id="{4924D998-C7EF-4132-9BF1-690AC1DB13FF}"/>
              </a:ext>
            </a:extLst>
          </p:cNvPr>
          <p:cNvSpPr>
            <a:spLocks xmlns:a="http://schemas.openxmlformats.org/drawingml/2006/main" noGrp="1"/>
          </p:cNvSpPr>
          <p:nvPr/>
        </p:nvSpPr>
        <p:spPr>
          <a:xfrm xmlns:a="http://schemas.openxmlformats.org/drawingml/2006/main">
            <a:off x="1028700"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Business continuity for</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mission-critical applications</a:t>
            </a:r>
          </a:p>
        </p:txBody>
      </p:sp>
      <p:pic>
        <p:nvPicPr>
          <p:cNvPr id="159" name="Picture 127"/>
          <p:cNvPicPr>
            <a:picLocks xmlns:a="http://schemas.openxmlformats.org/drawingml/2006/main" noChangeAspect="1"/>
          </p:cNvPicPr>
          <p:nvPr/>
        </p:nvPicPr>
        <p:blipFill>
          <a:blip xmlns:r="http://schemas.openxmlformats.org/officeDocument/2006/relationships" xmlns:a="http://schemas.openxmlformats.org/drawingml/2006/main" r:embed="R5e22612bb9604f44"/>
          <a:stretch xmlns:a="http://schemas.openxmlformats.org/drawingml/2006/main"/>
        </p:blipFill>
        <p:spPr>
          <a:xfrm xmlns:a="http://schemas.openxmlformats.org/drawingml/2006/main">
            <a:off x="2975830" y="1600200"/>
            <a:ext cx="411040" cy="419100"/>
          </a:xfrm>
          <a:prstGeom xmlns:a="http://schemas.openxmlformats.org/drawingml/2006/main" prst="rect">
            <a:avLst/>
          </a:prstGeom>
        </p:spPr>
      </p:pic>
      <p:sp>
        <p:nvSpPr>
          <p:cNvPr id="17" name="Rectangle 16">
            <a:extLst xmlns:a="http://schemas.openxmlformats.org/drawingml/2006/main">
              <a:ext uri="{FF2B5EF4-FFF2-40B4-BE49-F238E27FC236}">
                <a16:creationId xmlns:a16="http://schemas.microsoft.com/office/drawing/2014/main" id="{65EB64D5-974B-4DB8-99A9-B9D87FD72CEF}"/>
              </a:ext>
            </a:extLst>
          </p:cNvPr>
          <p:cNvSpPr>
            <a:spLocks xmlns:a="http://schemas.openxmlformats.org/drawingml/2006/main" noGrp="1"/>
          </p:cNvSpPr>
          <p:nvPr/>
        </p:nvSpPr>
        <p:spPr>
          <a:xfrm xmlns:a="http://schemas.openxmlformats.org/drawingml/2006/main">
            <a:off x="3486150"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Maintain systems without</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service disruption</a:t>
            </a:r>
          </a:p>
        </p:txBody>
      </p:sp>
      <p:pic>
        <p:nvPicPr>
          <p:cNvPr id="161" name="Picture 129"/>
          <p:cNvPicPr>
            <a:picLocks xmlns:a="http://schemas.openxmlformats.org/drawingml/2006/main" noChangeAspect="1"/>
          </p:cNvPicPr>
          <p:nvPr/>
        </p:nvPicPr>
        <p:blipFill>
          <a:blip xmlns:r="http://schemas.openxmlformats.org/officeDocument/2006/relationships" xmlns:a="http://schemas.openxmlformats.org/drawingml/2006/main" r:embed="R5c95ae8d898a40c1"/>
          <a:stretch xmlns:a="http://schemas.openxmlformats.org/drawingml/2006/main"/>
        </p:blipFill>
        <p:spPr>
          <a:xfrm xmlns:a="http://schemas.openxmlformats.org/drawingml/2006/main">
            <a:off x="5391150" y="1604154"/>
            <a:ext cx="419100" cy="411192"/>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3CA027F7-407B-4856-A9AB-29E5858D940A}"/>
              </a:ext>
            </a:extLst>
          </p:cNvPr>
          <p:cNvSpPr>
            <a:spLocks xmlns:a="http://schemas.openxmlformats.org/drawingml/2006/main" noGrp="1"/>
          </p:cNvSpPr>
          <p:nvPr/>
        </p:nvSpPr>
        <p:spPr>
          <a:xfrm xmlns:a="http://schemas.openxmlformats.org/drawingml/2006/main">
            <a:off x="5905500"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Ensure recovery from</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data corruption &amp; cyberattacks</a:t>
            </a:r>
          </a:p>
        </p:txBody>
      </p:sp>
      <p:pic>
        <p:nvPicPr>
          <p:cNvPr id="163" name="Picture 131"/>
          <p:cNvPicPr>
            <a:picLocks xmlns:a="http://schemas.openxmlformats.org/drawingml/2006/main" noChangeAspect="1"/>
          </p:cNvPicPr>
          <p:nvPr/>
        </p:nvPicPr>
        <p:blipFill>
          <a:blip xmlns:r="http://schemas.openxmlformats.org/officeDocument/2006/relationships" xmlns:a="http://schemas.openxmlformats.org/drawingml/2006/main" r:embed="Ra749e238eb214cf7"/>
          <a:stretch xmlns:a="http://schemas.openxmlformats.org/drawingml/2006/main"/>
        </p:blipFill>
        <p:spPr>
          <a:xfrm xmlns:a="http://schemas.openxmlformats.org/drawingml/2006/main">
            <a:off x="7924800" y="1604081"/>
            <a:ext cx="419100" cy="411339"/>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5BE8293C-2C7E-4CFB-AA73-4FB0F6A5192B}"/>
              </a:ext>
            </a:extLst>
          </p:cNvPr>
          <p:cNvSpPr>
            <a:spLocks xmlns:a="http://schemas.openxmlformats.org/drawingml/2006/main" noGrp="1"/>
          </p:cNvSpPr>
          <p:nvPr/>
        </p:nvSpPr>
        <p:spPr>
          <a:xfrm xmlns:a="http://schemas.openxmlformats.org/drawingml/2006/main">
            <a:off x="8448675" y="1695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Meet defined RTO &amp; RPO</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with backups &amp; restores</a:t>
            </a:r>
          </a:p>
        </p:txBody>
      </p:sp>
      <p:sp>
        <p:nvSpPr>
          <p:cNvPr id="22" name="Straight Connector 21">
            <a:extLst xmlns:a="http://schemas.openxmlformats.org/drawingml/2006/main">
              <a:ext uri="{FF2B5EF4-FFF2-40B4-BE49-F238E27FC236}">
                <a16:creationId xmlns:a16="http://schemas.microsoft.com/office/drawing/2014/main" id="{F55E7EAD-7F48-49FD-B7E9-69D833854AD6}"/>
              </a:ext>
            </a:extLst>
          </p:cNvPr>
          <p:cNvSpPr>
            <a:spLocks xmlns:a="http://schemas.openxmlformats.org/drawingml/2006/main" noGrp="1"/>
          </p:cNvSpPr>
          <p:nvPr/>
        </p:nvSpPr>
        <p:spPr>
          <a:xfrm xmlns:a="http://schemas.openxmlformats.org/drawingml/2006/main">
            <a:off x="2743200" y="1600200"/>
            <a:ext cx="0" cy="43815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traight Connector 22">
            <a:extLst xmlns:a="http://schemas.openxmlformats.org/drawingml/2006/main">
              <a:ext uri="{FF2B5EF4-FFF2-40B4-BE49-F238E27FC236}">
                <a16:creationId xmlns:a16="http://schemas.microsoft.com/office/drawing/2014/main" id="{E5F1F181-19F4-4C17-AA22-215949045B58}"/>
              </a:ext>
            </a:extLst>
          </p:cNvPr>
          <p:cNvSpPr>
            <a:spLocks xmlns:a="http://schemas.openxmlformats.org/drawingml/2006/main" noGrp="1"/>
          </p:cNvSpPr>
          <p:nvPr/>
        </p:nvSpPr>
        <p:spPr>
          <a:xfrm xmlns:a="http://schemas.openxmlformats.org/drawingml/2006/main">
            <a:off x="5143500" y="1600200"/>
            <a:ext cx="0" cy="43815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traight Connector 23">
            <a:extLst xmlns:a="http://schemas.openxmlformats.org/drawingml/2006/main">
              <a:ext uri="{FF2B5EF4-FFF2-40B4-BE49-F238E27FC236}">
                <a16:creationId xmlns:a16="http://schemas.microsoft.com/office/drawing/2014/main" id="{9EE21C57-E902-4B55-882B-D399BEBDF9AB}"/>
              </a:ext>
            </a:extLst>
          </p:cNvPr>
          <p:cNvSpPr>
            <a:spLocks xmlns:a="http://schemas.openxmlformats.org/drawingml/2006/main" noGrp="1"/>
          </p:cNvSpPr>
          <p:nvPr/>
        </p:nvSpPr>
        <p:spPr>
          <a:xfrm xmlns:a="http://schemas.openxmlformats.org/drawingml/2006/main">
            <a:off x="7677150" y="1600200"/>
            <a:ext cx="0" cy="43815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7973EA43-CCF5-445F-9F55-ECA6BCCCA8C6}"/>
              </a:ext>
            </a:extLst>
          </p:cNvPr>
          <p:cNvSpPr>
            <a:spLocks xmlns:a="http://schemas.openxmlformats.org/drawingml/2006/main" noGrp="1"/>
          </p:cNvSpPr>
          <p:nvPr/>
        </p:nvSpPr>
        <p:spPr>
          <a:xfrm xmlns:a="http://schemas.openxmlformats.org/drawingml/2006/main">
            <a:off x="323850" y="2266950"/>
            <a:ext cx="2686050" cy="3448050"/>
          </a:xfrm>
          <a:prstGeom xmlns:a="http://schemas.openxmlformats.org/drawingml/2006/main" prst="roundRect">
            <a:avLst>
              <a:gd name="adj" fmla="val 2482"/>
            </a:avLst>
          </a:prstGeom>
          <a:solidFill xmlns:a="http://schemas.openxmlformats.org/drawingml/2006/main">
            <a:srgbClr val="FFFFFF"/>
          </a:solidFill>
          <a:ln xmlns:a="http://schemas.openxmlformats.org/drawingml/2006/main" w="9525">
            <a:solidFill>
              <a:srgbClr val="2A459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6" name="Rounded Rectangle 25">
            <a:extLst xmlns:a="http://schemas.openxmlformats.org/drawingml/2006/main">
              <a:ext uri="{FF2B5EF4-FFF2-40B4-BE49-F238E27FC236}">
                <a16:creationId xmlns:a16="http://schemas.microsoft.com/office/drawing/2014/main" id="{05048F20-513B-413A-AFE3-20F4F0ECA2DA}"/>
              </a:ext>
            </a:extLst>
          </p:cNvPr>
          <p:cNvSpPr>
            <a:spLocks xmlns:a="http://schemas.openxmlformats.org/drawingml/2006/main" noGrp="1"/>
          </p:cNvSpPr>
          <p:nvPr/>
        </p:nvSpPr>
        <p:spPr>
          <a:xfrm xmlns:a="http://schemas.openxmlformats.org/drawingml/2006/main">
            <a:off x="323850" y="2266950"/>
            <a:ext cx="2686050" cy="314325"/>
          </a:xfrm>
          <a:prstGeom xmlns:a="http://schemas.openxmlformats.org/drawingml/2006/main" prst="roundRect">
            <a:avLst>
              <a:gd name="adj" fmla="val 21212"/>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3E8CE7E5-42E1-439F-B71F-AC66FA0B53A5}"/>
              </a:ext>
            </a:extLst>
          </p:cNvPr>
          <p:cNvSpPr>
            <a:spLocks xmlns:a="http://schemas.openxmlformats.org/drawingml/2006/main" noGrp="1"/>
          </p:cNvSpPr>
          <p:nvPr/>
        </p:nvSpPr>
        <p:spPr>
          <a:xfrm xmlns:a="http://schemas.openxmlformats.org/drawingml/2006/main">
            <a:off x="323850" y="2514600"/>
            <a:ext cx="2686050" cy="76200"/>
          </a:xfrm>
          <a:prstGeom xmlns:a="http://schemas.openxmlformats.org/drawingml/2006/main" prst="rect">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8" name="Rectangle 27">
            <a:extLst xmlns:a="http://schemas.openxmlformats.org/drawingml/2006/main">
              <a:ext uri="{FF2B5EF4-FFF2-40B4-BE49-F238E27FC236}">
                <a16:creationId xmlns:a16="http://schemas.microsoft.com/office/drawing/2014/main" id="{753056BE-C3D4-4151-AFCD-FF4694340C0F}"/>
              </a:ext>
            </a:extLst>
          </p:cNvPr>
          <p:cNvSpPr>
            <a:spLocks xmlns:a="http://schemas.openxmlformats.org/drawingml/2006/main" noGrp="1"/>
          </p:cNvSpPr>
          <p:nvPr/>
        </p:nvSpPr>
        <p:spPr>
          <a:xfrm xmlns:a="http://schemas.openxmlformats.org/drawingml/2006/main">
            <a:off x="762000" y="23717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ON-PREMISES ENVIRONMENT</a:t>
            </a:r>
          </a:p>
        </p:txBody>
      </p:sp>
      <p:pic>
        <p:nvPicPr>
          <p:cNvPr id="172" name="Picture 140"/>
          <p:cNvPicPr>
            <a:picLocks xmlns:a="http://schemas.openxmlformats.org/drawingml/2006/main" noChangeAspect="1"/>
          </p:cNvPicPr>
          <p:nvPr/>
        </p:nvPicPr>
        <p:blipFill>
          <a:blip xmlns:r="http://schemas.openxmlformats.org/officeDocument/2006/relationships" xmlns:a="http://schemas.openxmlformats.org/drawingml/2006/main" r:embed="R2dbd054a3b4f4ee7"/>
          <a:stretch xmlns:a="http://schemas.openxmlformats.org/drawingml/2006/main"/>
        </p:blipFill>
        <p:spPr>
          <a:xfrm xmlns:a="http://schemas.openxmlformats.org/drawingml/2006/main">
            <a:off x="1323975" y="2718068"/>
            <a:ext cx="638175" cy="507464"/>
          </a:xfrm>
          <a:prstGeom xmlns:a="http://schemas.openxmlformats.org/drawingml/2006/main" prst="rect">
            <a:avLst/>
          </a:prstGeom>
        </p:spPr>
      </p:pic>
      <p:sp>
        <p:nvSpPr>
          <p:cNvPr id="30" name="Rectangle 29">
            <a:extLst xmlns:a="http://schemas.openxmlformats.org/drawingml/2006/main">
              <a:ext uri="{FF2B5EF4-FFF2-40B4-BE49-F238E27FC236}">
                <a16:creationId xmlns:a16="http://schemas.microsoft.com/office/drawing/2014/main" id="{3647673D-63F2-4FC9-BC5C-B29DC029603D}"/>
              </a:ext>
            </a:extLst>
          </p:cNvPr>
          <p:cNvSpPr>
            <a:spLocks xmlns:a="http://schemas.openxmlformats.org/drawingml/2006/main" noGrp="1"/>
          </p:cNvSpPr>
          <p:nvPr/>
        </p:nvSpPr>
        <p:spPr>
          <a:xfrm xmlns:a="http://schemas.openxmlformats.org/drawingml/2006/main">
            <a:off x="942975" y="33147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75" b="1" i="0">
                <a:solidFill>
                  <a:srgbClr val="0B2B78"/>
                </a:solidFill>
                <a:latin typeface="Arial"/>
                <a:ea typeface="Arial"/>
                <a:cs typeface="Arial"/>
              </a:defRPr>
            </a:pPr>
            <a:r>
              <a:rPr sz="975" b="1" i="0">
                <a:solidFill>
                  <a:srgbClr val="0B2B78"/>
                </a:solidFill>
                <a:latin typeface="Arial"/>
                <a:ea typeface="Arial"/>
                <a:cs typeface="Arial"/>
              </a:rPr>
              <a:t>Your Existing</a:t>
            </a:r>
          </a:p>
          <a:p xmlns:a="http://schemas.openxmlformats.org/drawingml/2006/main">
            <a:pPr algn="ctr">
              <a:lnSpc>
                <a:spcPct val="115000"/>
              </a:lnSpc>
              <a:buNone/>
              <a:defRPr sz="975" b="1" i="0">
                <a:solidFill>
                  <a:srgbClr val="0B2B78"/>
                </a:solidFill>
                <a:latin typeface="Arial"/>
                <a:ea typeface="Arial"/>
                <a:cs typeface="Arial"/>
              </a:defRPr>
            </a:pPr>
            <a:r>
              <a:rPr sz="975" b="1" i="0">
                <a:solidFill>
                  <a:srgbClr val="0B2B78"/>
                </a:solidFill>
                <a:latin typeface="Arial"/>
                <a:ea typeface="Arial"/>
                <a:cs typeface="Arial"/>
              </a:rPr>
              <a:t>VMware Environment</a:t>
            </a:r>
          </a:p>
        </p:txBody>
      </p:sp>
      <p:sp>
        <p:nvSpPr>
          <p:cNvPr id="31" name="Straight Connector 30">
            <a:extLst xmlns:a="http://schemas.openxmlformats.org/drawingml/2006/main">
              <a:ext uri="{FF2B5EF4-FFF2-40B4-BE49-F238E27FC236}">
                <a16:creationId xmlns:a16="http://schemas.microsoft.com/office/drawing/2014/main" id="{9CC89340-2ABE-49CC-8B09-08E9C659823B}"/>
              </a:ext>
            </a:extLst>
          </p:cNvPr>
          <p:cNvSpPr>
            <a:spLocks xmlns:a="http://schemas.openxmlformats.org/drawingml/2006/main" noGrp="1"/>
          </p:cNvSpPr>
          <p:nvPr/>
        </p:nvSpPr>
        <p:spPr>
          <a:xfrm xmlns:a="http://schemas.openxmlformats.org/drawingml/2006/main">
            <a:off x="504825" y="3771900"/>
            <a:ext cx="230505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75" name="Picture 143"/>
          <p:cNvPicPr>
            <a:picLocks xmlns:a="http://schemas.openxmlformats.org/drawingml/2006/main" noChangeAspect="1"/>
          </p:cNvPicPr>
          <p:nvPr/>
        </p:nvPicPr>
        <p:blipFill>
          <a:blip xmlns:r="http://schemas.openxmlformats.org/officeDocument/2006/relationships" xmlns:a="http://schemas.openxmlformats.org/drawingml/2006/main" r:embed="Ra69f8e7282024a0a"/>
          <a:stretch xmlns:a="http://schemas.openxmlformats.org/drawingml/2006/main"/>
        </p:blipFill>
        <p:spPr>
          <a:xfrm xmlns:a="http://schemas.openxmlformats.org/drawingml/2006/main">
            <a:off x="533400" y="3914775"/>
            <a:ext cx="26670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F11E5987-8311-43F1-87A2-4E3E03D47C43}"/>
              </a:ext>
            </a:extLst>
          </p:cNvPr>
          <p:cNvSpPr>
            <a:spLocks xmlns:a="http://schemas.openxmlformats.org/drawingml/2006/main" noGrp="1"/>
          </p:cNvSpPr>
          <p:nvPr/>
        </p:nvSpPr>
        <p:spPr>
          <a:xfrm xmlns:a="http://schemas.openxmlformats.org/drawingml/2006/main">
            <a:off x="1028700" y="39624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Capacity constraints</a:t>
            </a:r>
          </a:p>
        </p:txBody>
      </p:sp>
      <p:pic>
        <p:nvPicPr>
          <p:cNvPr id="177" name="Picture 145"/>
          <p:cNvPicPr>
            <a:picLocks xmlns:a="http://schemas.openxmlformats.org/drawingml/2006/main" noChangeAspect="1"/>
          </p:cNvPicPr>
          <p:nvPr/>
        </p:nvPicPr>
        <p:blipFill>
          <a:blip xmlns:r="http://schemas.openxmlformats.org/officeDocument/2006/relationships" xmlns:a="http://schemas.openxmlformats.org/drawingml/2006/main" r:embed="R2a33b6cb5ab34e5c"/>
          <a:stretch xmlns:a="http://schemas.openxmlformats.org/drawingml/2006/main"/>
        </p:blipFill>
        <p:spPr>
          <a:xfrm xmlns:a="http://schemas.openxmlformats.org/drawingml/2006/main">
            <a:off x="536734" y="4324350"/>
            <a:ext cx="260033" cy="2667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96D4BA2B-BA7F-4225-B660-59998EB92B72}"/>
              </a:ext>
            </a:extLst>
          </p:cNvPr>
          <p:cNvSpPr>
            <a:spLocks xmlns:a="http://schemas.openxmlformats.org/drawingml/2006/main" noGrp="1"/>
          </p:cNvSpPr>
          <p:nvPr/>
        </p:nvSpPr>
        <p:spPr>
          <a:xfrm xmlns:a="http://schemas.openxmlformats.org/drawingml/2006/main">
            <a:off x="1028700" y="43719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Seasonal demand</a:t>
            </a:r>
          </a:p>
        </p:txBody>
      </p:sp>
      <p:pic>
        <p:nvPicPr>
          <p:cNvPr id="179" name="Picture 147"/>
          <p:cNvPicPr>
            <a:picLocks xmlns:a="http://schemas.openxmlformats.org/drawingml/2006/main" noChangeAspect="1"/>
          </p:cNvPicPr>
          <p:nvPr/>
        </p:nvPicPr>
        <p:blipFill>
          <a:blip xmlns:r="http://schemas.openxmlformats.org/officeDocument/2006/relationships" xmlns:a="http://schemas.openxmlformats.org/drawingml/2006/main" r:embed="Rb4c0dd257ddb4847"/>
          <a:stretch xmlns:a="http://schemas.openxmlformats.org/drawingml/2006/main"/>
        </p:blipFill>
        <p:spPr>
          <a:xfrm xmlns:a="http://schemas.openxmlformats.org/drawingml/2006/main">
            <a:off x="533400" y="4724632"/>
            <a:ext cx="266700" cy="247185"/>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09B6A96D-4732-4E31-B5C7-F8A665382EB9}"/>
              </a:ext>
            </a:extLst>
          </p:cNvPr>
          <p:cNvSpPr>
            <a:spLocks xmlns:a="http://schemas.openxmlformats.org/drawingml/2006/main" noGrp="1"/>
          </p:cNvSpPr>
          <p:nvPr/>
        </p:nvSpPr>
        <p:spPr>
          <a:xfrm xmlns:a="http://schemas.openxmlformats.org/drawingml/2006/main">
            <a:off x="1028700" y="47625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Business growth</a:t>
            </a:r>
          </a:p>
        </p:txBody>
      </p:sp>
      <p:pic>
        <p:nvPicPr>
          <p:cNvPr id="181" name="Picture 149"/>
          <p:cNvPicPr>
            <a:picLocks xmlns:a="http://schemas.openxmlformats.org/drawingml/2006/main" noChangeAspect="1"/>
          </p:cNvPicPr>
          <p:nvPr/>
        </p:nvPicPr>
        <p:blipFill>
          <a:blip xmlns:r="http://schemas.openxmlformats.org/officeDocument/2006/relationships" xmlns:a="http://schemas.openxmlformats.org/drawingml/2006/main" r:embed="R4c869843349d4cf9"/>
          <a:stretch xmlns:a="http://schemas.openxmlformats.org/drawingml/2006/main"/>
        </p:blipFill>
        <p:spPr>
          <a:xfrm xmlns:a="http://schemas.openxmlformats.org/drawingml/2006/main">
            <a:off x="536734" y="5124450"/>
            <a:ext cx="260033" cy="266700"/>
          </a:xfrm>
          <a:prstGeom xmlns:a="http://schemas.openxmlformats.org/drawingml/2006/main" prst="rect">
            <a:avLst/>
          </a:prstGeom>
        </p:spPr>
      </p:pic>
      <p:sp>
        <p:nvSpPr>
          <p:cNvPr id="39" name="Rectangle 38">
            <a:extLst xmlns:a="http://schemas.openxmlformats.org/drawingml/2006/main">
              <a:ext uri="{FF2B5EF4-FFF2-40B4-BE49-F238E27FC236}">
                <a16:creationId xmlns:a16="http://schemas.microsoft.com/office/drawing/2014/main" id="{B230E844-1895-481F-9645-32A255F504E7}"/>
              </a:ext>
            </a:extLst>
          </p:cNvPr>
          <p:cNvSpPr>
            <a:spLocks xmlns:a="http://schemas.openxmlformats.org/drawingml/2006/main" noGrp="1"/>
          </p:cNvSpPr>
          <p:nvPr/>
        </p:nvSpPr>
        <p:spPr>
          <a:xfrm xmlns:a="http://schemas.openxmlformats.org/drawingml/2006/main">
            <a:off x="1028700" y="51720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0" i="0">
                <a:solidFill>
                  <a:srgbClr val="111111"/>
                </a:solidFill>
                <a:latin typeface="Arial"/>
                <a:ea typeface="Arial"/>
                <a:cs typeface="Arial"/>
              </a:defRPr>
            </a:pPr>
            <a:r>
              <a:rPr sz="900" b="0" i="0">
                <a:solidFill>
                  <a:srgbClr val="111111"/>
                </a:solidFill>
                <a:latin typeface="Arial"/>
                <a:ea typeface="Arial"/>
                <a:cs typeface="Arial"/>
              </a:rPr>
              <a:t>Hardware procurement delays</a:t>
            </a:r>
          </a:p>
        </p:txBody>
      </p:sp>
      <p:sp>
        <p:nvSpPr>
          <p:cNvPr id="40" name="Right Arrow 39">
            <a:extLst xmlns:a="http://schemas.openxmlformats.org/drawingml/2006/main">
              <a:ext uri="{FF2B5EF4-FFF2-40B4-BE49-F238E27FC236}">
                <a16:creationId xmlns:a16="http://schemas.microsoft.com/office/drawing/2014/main" id="{695C5D88-4368-408C-8C23-D7F0FF33EAC7}"/>
              </a:ext>
            </a:extLst>
          </p:cNvPr>
          <p:cNvSpPr>
            <a:spLocks xmlns:a="http://schemas.openxmlformats.org/drawingml/2006/main" noGrp="1"/>
          </p:cNvSpPr>
          <p:nvPr/>
        </p:nvSpPr>
        <p:spPr>
          <a:xfrm xmlns:a="http://schemas.openxmlformats.org/drawingml/2006/main">
            <a:off x="3371850" y="2276475"/>
            <a:ext cx="2333625" cy="600075"/>
          </a:xfrm>
          <a:prstGeom xmlns:a="http://schemas.openxmlformats.org/drawingml/2006/main" prst="rightArrow">
            <a:avLst/>
          </a:prstGeom>
          <a:gradFill xmlns:a="http://schemas.openxmlformats.org/drawingml/2006/main">
            <a:gsLst>
              <a:gs pos="0">
                <a:srgbClr val="003B25"/>
              </a:gs>
              <a:gs pos="100000">
                <a:srgbClr val="075231"/>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1" name="Rectangle 40">
            <a:extLst xmlns:a="http://schemas.openxmlformats.org/drawingml/2006/main">
              <a:ext uri="{FF2B5EF4-FFF2-40B4-BE49-F238E27FC236}">
                <a16:creationId xmlns:a16="http://schemas.microsoft.com/office/drawing/2014/main" id="{0D2658B0-9CA1-4BC9-982D-C649B1CCD4BE}"/>
              </a:ext>
            </a:extLst>
          </p:cNvPr>
          <p:cNvSpPr>
            <a:spLocks xmlns:a="http://schemas.openxmlformats.org/drawingml/2006/main" noGrp="1"/>
          </p:cNvSpPr>
          <p:nvPr/>
        </p:nvSpPr>
        <p:spPr>
          <a:xfrm xmlns:a="http://schemas.openxmlformats.org/drawingml/2006/main">
            <a:off x="3752850" y="2524125"/>
            <a:ext cx="1571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CAPACITY EXPANSION</a:t>
            </a:r>
          </a:p>
        </p:txBody>
      </p:sp>
      <p:sp>
        <p:nvSpPr>
          <p:cNvPr id="42" name="Straight Connector 41">
            <a:extLst xmlns:a="http://schemas.openxmlformats.org/drawingml/2006/main">
              <a:ext uri="{FF2B5EF4-FFF2-40B4-BE49-F238E27FC236}">
                <a16:creationId xmlns:a16="http://schemas.microsoft.com/office/drawing/2014/main" id="{D300C9FE-9136-4998-BA0D-2386DEF78628}"/>
              </a:ext>
            </a:extLst>
          </p:cNvPr>
          <p:cNvSpPr>
            <a:spLocks xmlns:a="http://schemas.openxmlformats.org/drawingml/2006/main" noGrp="1"/>
          </p:cNvSpPr>
          <p:nvPr/>
        </p:nvSpPr>
        <p:spPr>
          <a:xfrm xmlns:a="http://schemas.openxmlformats.org/drawingml/2006/main">
            <a:off x="3171825" y="3324225"/>
            <a:ext cx="2705100" cy="0"/>
          </a:xfrm>
          <a:prstGeom xmlns:a="http://schemas.openxmlformats.org/drawingml/2006/main" prst="line">
            <a:avLst/>
          </a:prstGeom>
          <a:noFill xmlns:a="http://schemas.openxmlformats.org/drawingml/2006/main"/>
          <a:ln xmlns:a="http://schemas.openxmlformats.org/drawingml/2006/main" w="14288">
            <a:solidFill>
              <a:srgbClr val="1B3D8E"/>
            </a:solidFill>
            <a:prstDash val="dash"/>
          </a:ln>
        </p:spPr>
        <p:txBody>
          <a:bodyPr xmlns:a="http://schemas.openxmlformats.org/drawingml/2006/main"/>
          <a:lstStyle xmlns:a="http://schemas.openxmlformats.org/drawingml/2006/main"/>
          <a:p xmlns:a="http://schemas.openxmlformats.org/drawingml/2006/main">
            <a:endParaRPr/>
          </a:p>
        </p:txBody>
      </p:sp>
      <p:sp>
        <p:nvSpPr>
          <p:cNvPr id="43" name="Straight Connector 42">
            <a:extLst xmlns:a="http://schemas.openxmlformats.org/drawingml/2006/main">
              <a:ext uri="{FF2B5EF4-FFF2-40B4-BE49-F238E27FC236}">
                <a16:creationId xmlns:a16="http://schemas.microsoft.com/office/drawing/2014/main" id="{49146D5C-209F-4613-95EE-3346681DB60B}"/>
              </a:ext>
            </a:extLst>
          </p:cNvPr>
          <p:cNvSpPr>
            <a:spLocks xmlns:a="http://schemas.openxmlformats.org/drawingml/2006/main" noGrp="1"/>
          </p:cNvSpPr>
          <p:nvPr/>
        </p:nvSpPr>
        <p:spPr>
          <a:xfrm xmlns:a="http://schemas.openxmlformats.org/drawingml/2006/main">
            <a:off x="3800475" y="3324225"/>
            <a:ext cx="1428750" cy="0"/>
          </a:xfrm>
          <a:prstGeom xmlns:a="http://schemas.openxmlformats.org/drawingml/2006/main" prst="line">
            <a:avLst/>
          </a:prstGeom>
          <a:noFill xmlns:a="http://schemas.openxmlformats.org/drawingml/2006/main"/>
          <a:ln xmlns:a="http://schemas.openxmlformats.org/drawingml/2006/main" w="14288">
            <a:solidFill>
              <a:srgbClr val="2D7A5A"/>
            </a:solidFill>
            <a:prstDash val="dash"/>
          </a:ln>
        </p:spPr>
        <p:txBody>
          <a:bodyPr xmlns:a="http://schemas.openxmlformats.org/drawingml/2006/main"/>
          <a:lstStyle xmlns:a="http://schemas.openxmlformats.org/drawingml/2006/main"/>
          <a:p xmlns:a="http://schemas.openxmlformats.org/drawingml/2006/main">
            <a:endParaRPr/>
          </a:p>
        </p:txBody>
      </p:sp>
      <p:sp>
        <p:nvSpPr>
          <p:cNvPr id="44" name="Straight Connector 43">
            <a:extLst xmlns:a="http://schemas.openxmlformats.org/drawingml/2006/main">
              <a:ext uri="{FF2B5EF4-FFF2-40B4-BE49-F238E27FC236}">
                <a16:creationId xmlns:a16="http://schemas.microsoft.com/office/drawing/2014/main" id="{36FFCFAC-AC17-453A-AFAD-566629589E62}"/>
              </a:ext>
            </a:extLst>
          </p:cNvPr>
          <p:cNvSpPr>
            <a:spLocks xmlns:a="http://schemas.openxmlformats.org/drawingml/2006/main" noGrp="1"/>
          </p:cNvSpPr>
          <p:nvPr/>
        </p:nvSpPr>
        <p:spPr>
          <a:xfrm xmlns:a="http://schemas.openxmlformats.org/drawingml/2006/main">
            <a:off x="5572125" y="3324225"/>
            <a:ext cx="304800" cy="0"/>
          </a:xfrm>
          <a:prstGeom xmlns:a="http://schemas.openxmlformats.org/drawingml/2006/main" prst="line">
            <a:avLst/>
          </a:prstGeom>
          <a:noFill xmlns:a="http://schemas.openxmlformats.org/drawingml/2006/main"/>
          <a:ln xmlns:a="http://schemas.openxmlformats.org/drawingml/2006/main" w="14288">
            <a:solidFill>
              <a:srgbClr val="E60000"/>
            </a:solidFill>
            <a:prstDash val="dash"/>
          </a:ln>
        </p:spPr>
        <p:txBody>
          <a:bodyPr xmlns:a="http://schemas.openxmlformats.org/drawingml/2006/main"/>
          <a:lstStyle xmlns:a="http://schemas.openxmlformats.org/drawingml/2006/main"/>
          <a:p xmlns:a="http://schemas.openxmlformats.org/drawingml/2006/main">
            <a:endParaRPr/>
          </a:p>
        </p:txBody>
      </p:sp>
      <p:pic>
        <p:nvPicPr>
          <p:cNvPr id="188" name="Picture 156"/>
          <p:cNvPicPr>
            <a:picLocks xmlns:a="http://schemas.openxmlformats.org/drawingml/2006/main" noChangeAspect="1"/>
          </p:cNvPicPr>
          <p:nvPr/>
        </p:nvPicPr>
        <p:blipFill>
          <a:blip xmlns:r="http://schemas.openxmlformats.org/officeDocument/2006/relationships" xmlns:a="http://schemas.openxmlformats.org/drawingml/2006/main" r:embed="Rad5a81169dd249cf"/>
          <a:stretch xmlns:a="http://schemas.openxmlformats.org/drawingml/2006/main"/>
        </p:blipFill>
        <p:spPr>
          <a:xfrm xmlns:a="http://schemas.openxmlformats.org/drawingml/2006/main">
            <a:off x="3390900" y="3108993"/>
            <a:ext cx="438150" cy="430463"/>
          </a:xfrm>
          <a:prstGeom xmlns:a="http://schemas.openxmlformats.org/drawingml/2006/main" prst="rect">
            <a:avLst/>
          </a:prstGeom>
        </p:spPr>
      </p:pic>
      <p:pic>
        <p:nvPicPr>
          <p:cNvPr id="189" name="Picture 157"/>
          <p:cNvPicPr>
            <a:picLocks xmlns:a="http://schemas.openxmlformats.org/drawingml/2006/main" noChangeAspect="1"/>
          </p:cNvPicPr>
          <p:nvPr/>
        </p:nvPicPr>
        <p:blipFill>
          <a:blip xmlns:r="http://schemas.openxmlformats.org/officeDocument/2006/relationships" xmlns:a="http://schemas.openxmlformats.org/drawingml/2006/main" r:embed="R987487a87d7f45c7"/>
          <a:stretch xmlns:a="http://schemas.openxmlformats.org/drawingml/2006/main"/>
        </p:blipFill>
        <p:spPr>
          <a:xfrm xmlns:a="http://schemas.openxmlformats.org/drawingml/2006/main">
            <a:off x="4171950" y="3036715"/>
            <a:ext cx="714375" cy="698845"/>
          </a:xfrm>
          <a:prstGeom xmlns:a="http://schemas.openxmlformats.org/drawingml/2006/main" prst="rect">
            <a:avLst/>
          </a:prstGeom>
        </p:spPr>
      </p:pic>
      <p:pic>
        <p:nvPicPr>
          <p:cNvPr id="190" name="Picture 158"/>
          <p:cNvPicPr>
            <a:picLocks xmlns:a="http://schemas.openxmlformats.org/drawingml/2006/main" noChangeAspect="1"/>
          </p:cNvPicPr>
          <p:nvPr/>
        </p:nvPicPr>
        <p:blipFill>
          <a:blip xmlns:r="http://schemas.openxmlformats.org/officeDocument/2006/relationships" xmlns:a="http://schemas.openxmlformats.org/drawingml/2006/main" r:embed="R66c253efb3eb416e"/>
          <a:stretch xmlns:a="http://schemas.openxmlformats.org/drawingml/2006/main"/>
        </p:blipFill>
        <p:spPr>
          <a:xfrm xmlns:a="http://schemas.openxmlformats.org/drawingml/2006/main">
            <a:off x="5143500" y="3112704"/>
            <a:ext cx="438150" cy="423041"/>
          </a:xfrm>
          <a:prstGeom xmlns:a="http://schemas.openxmlformats.org/drawingml/2006/main" prst="rect">
            <a:avLst/>
          </a:prstGeom>
        </p:spPr>
      </p:pic>
      <p:sp>
        <p:nvSpPr>
          <p:cNvPr id="48" name="Rectangle 47">
            <a:extLst xmlns:a="http://schemas.openxmlformats.org/drawingml/2006/main">
              <a:ext uri="{FF2B5EF4-FFF2-40B4-BE49-F238E27FC236}">
                <a16:creationId xmlns:a16="http://schemas.microsoft.com/office/drawing/2014/main" id="{74106D65-BBDC-4A3F-AC44-59B002D9C1EA}"/>
              </a:ext>
            </a:extLst>
          </p:cNvPr>
          <p:cNvSpPr>
            <a:spLocks xmlns:a="http://schemas.openxmlformats.org/drawingml/2006/main" noGrp="1"/>
          </p:cNvSpPr>
          <p:nvPr/>
        </p:nvSpPr>
        <p:spPr>
          <a:xfrm xmlns:a="http://schemas.openxmlformats.org/drawingml/2006/main">
            <a:off x="4038600" y="3781425"/>
            <a:ext cx="123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HCX Mobility</a:t>
            </a:r>
          </a:p>
        </p:txBody>
      </p:sp>
      <p:sp>
        <p:nvSpPr>
          <p:cNvPr id="49" name="Rectangle 48">
            <a:extLst xmlns:a="http://schemas.openxmlformats.org/drawingml/2006/main">
              <a:ext uri="{FF2B5EF4-FFF2-40B4-BE49-F238E27FC236}">
                <a16:creationId xmlns:a16="http://schemas.microsoft.com/office/drawing/2014/main" id="{7AEB9F87-8322-40C9-9583-9173535444CC}"/>
              </a:ext>
            </a:extLst>
          </p:cNvPr>
          <p:cNvSpPr>
            <a:spLocks xmlns:a="http://schemas.openxmlformats.org/drawingml/2006/main" noGrp="1"/>
          </p:cNvSpPr>
          <p:nvPr/>
        </p:nvSpPr>
        <p:spPr>
          <a:xfrm xmlns:a="http://schemas.openxmlformats.org/drawingml/2006/main">
            <a:off x="3714750" y="4010025"/>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00" b="0" i="0">
                <a:solidFill>
                  <a:srgbClr val="111111"/>
                </a:solidFill>
                <a:latin typeface="Arial"/>
                <a:ea typeface="Arial"/>
                <a:cs typeface="Arial"/>
              </a:defRPr>
            </a:pPr>
            <a:r>
              <a:rPr sz="900" b="0" i="0">
                <a:solidFill>
                  <a:srgbClr val="111111"/>
                </a:solidFill>
                <a:latin typeface="Arial"/>
                <a:ea typeface="Arial"/>
                <a:cs typeface="Arial"/>
              </a:rPr>
              <a:t>Secure workload mobility over</a:t>
            </a:r>
          </a:p>
          <a:p xmlns:a="http://schemas.openxmlformats.org/drawingml/2006/main">
            <a:pPr algn="ctr">
              <a:lnSpc>
                <a:spcPct val="115000"/>
              </a:lnSpc>
              <a:buNone/>
              <a:defRPr sz="900" b="0" i="0">
                <a:solidFill>
                  <a:srgbClr val="111111"/>
                </a:solidFill>
                <a:latin typeface="Arial"/>
                <a:ea typeface="Arial"/>
                <a:cs typeface="Arial"/>
              </a:defRPr>
            </a:pPr>
            <a:r>
              <a:rPr sz="900" b="0" i="0">
                <a:solidFill>
                  <a:srgbClr val="111111"/>
                </a:solidFill>
                <a:latin typeface="Arial"/>
                <a:ea typeface="Arial"/>
                <a:cs typeface="Arial"/>
              </a:rPr>
              <a:t>Internet, VPN, or FastConnect</a:t>
            </a:r>
          </a:p>
        </p:txBody>
      </p:sp>
      <p:pic>
        <p:nvPicPr>
          <p:cNvPr id="193" name="Picture 161"/>
          <p:cNvPicPr>
            <a:picLocks xmlns:a="http://schemas.openxmlformats.org/drawingml/2006/main" noChangeAspect="1"/>
          </p:cNvPicPr>
          <p:nvPr/>
        </p:nvPicPr>
        <p:blipFill>
          <a:blip xmlns:r="http://schemas.openxmlformats.org/officeDocument/2006/relationships" xmlns:a="http://schemas.openxmlformats.org/drawingml/2006/main" r:embed="R1fed11bd17ec4704"/>
          <a:stretch xmlns:a="http://schemas.openxmlformats.org/drawingml/2006/main"/>
        </p:blipFill>
        <p:spPr>
          <a:xfrm xmlns:a="http://schemas.openxmlformats.org/drawingml/2006/main">
            <a:off x="3414227" y="4438650"/>
            <a:ext cx="410547" cy="419100"/>
          </a:xfrm>
          <a:prstGeom xmlns:a="http://schemas.openxmlformats.org/drawingml/2006/main" prst="rect">
            <a:avLst/>
          </a:prstGeom>
        </p:spPr>
      </p:pic>
      <p:sp>
        <p:nvSpPr>
          <p:cNvPr id="51" name="Rectangle 50">
            <a:extLst xmlns:a="http://schemas.openxmlformats.org/drawingml/2006/main">
              <a:ext uri="{FF2B5EF4-FFF2-40B4-BE49-F238E27FC236}">
                <a16:creationId xmlns:a16="http://schemas.microsoft.com/office/drawing/2014/main" id="{AED6C53B-6398-479B-9072-581D58285A42}"/>
              </a:ext>
            </a:extLst>
          </p:cNvPr>
          <p:cNvSpPr>
            <a:spLocks xmlns:a="http://schemas.openxmlformats.org/drawingml/2006/main" noGrp="1"/>
          </p:cNvSpPr>
          <p:nvPr/>
        </p:nvSpPr>
        <p:spPr>
          <a:xfrm xmlns:a="http://schemas.openxmlformats.org/drawingml/2006/main">
            <a:off x="3352800" y="4895850"/>
            <a:ext cx="619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Internet</a:t>
            </a:r>
          </a:p>
        </p:txBody>
      </p:sp>
      <p:pic>
        <p:nvPicPr>
          <p:cNvPr id="195" name="Picture 163"/>
          <p:cNvPicPr>
            <a:picLocks xmlns:a="http://schemas.openxmlformats.org/drawingml/2006/main" noChangeAspect="1"/>
          </p:cNvPicPr>
          <p:nvPr/>
        </p:nvPicPr>
        <p:blipFill>
          <a:blip xmlns:r="http://schemas.openxmlformats.org/officeDocument/2006/relationships" xmlns:a="http://schemas.openxmlformats.org/drawingml/2006/main" r:embed="R5f264d57d6ff446b"/>
          <a:stretch xmlns:a="http://schemas.openxmlformats.org/drawingml/2006/main"/>
        </p:blipFill>
        <p:spPr>
          <a:xfrm xmlns:a="http://schemas.openxmlformats.org/drawingml/2006/main">
            <a:off x="4290527" y="4438650"/>
            <a:ext cx="410547" cy="419100"/>
          </a:xfrm>
          <a:prstGeom xmlns:a="http://schemas.openxmlformats.org/drawingml/2006/main" prst="rect">
            <a:avLst/>
          </a:prstGeom>
        </p:spPr>
      </p:pic>
      <p:sp>
        <p:nvSpPr>
          <p:cNvPr id="53" name="Rectangle 52">
            <a:extLst xmlns:a="http://schemas.openxmlformats.org/drawingml/2006/main">
              <a:ext uri="{FF2B5EF4-FFF2-40B4-BE49-F238E27FC236}">
                <a16:creationId xmlns:a16="http://schemas.microsoft.com/office/drawing/2014/main" id="{F4CA365B-FF03-49FC-B69B-63AE26276631}"/>
              </a:ext>
            </a:extLst>
          </p:cNvPr>
          <p:cNvSpPr>
            <a:spLocks xmlns:a="http://schemas.openxmlformats.org/drawingml/2006/main" noGrp="1"/>
          </p:cNvSpPr>
          <p:nvPr/>
        </p:nvSpPr>
        <p:spPr>
          <a:xfrm xmlns:a="http://schemas.openxmlformats.org/drawingml/2006/main">
            <a:off x="4157773" y="4907480"/>
            <a:ext cx="619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VPN</a:t>
            </a:r>
          </a:p>
        </p:txBody>
      </p:sp>
      <p:pic>
        <p:nvPicPr>
          <p:cNvPr id="197" name="Picture 165"/>
          <p:cNvPicPr>
            <a:picLocks xmlns:a="http://schemas.openxmlformats.org/drawingml/2006/main" noChangeAspect="1"/>
          </p:cNvPicPr>
          <p:nvPr/>
        </p:nvPicPr>
        <p:blipFill>
          <a:blip xmlns:r="http://schemas.openxmlformats.org/officeDocument/2006/relationships" xmlns:a="http://schemas.openxmlformats.org/drawingml/2006/main" r:embed="R94fe7d5b8c364fda"/>
          <a:stretch xmlns:a="http://schemas.openxmlformats.org/drawingml/2006/main"/>
        </p:blipFill>
        <p:spPr>
          <a:xfrm xmlns:a="http://schemas.openxmlformats.org/drawingml/2006/main">
            <a:off x="5181600" y="4438650"/>
            <a:ext cx="419100" cy="419100"/>
          </a:xfrm>
          <a:prstGeom xmlns:a="http://schemas.openxmlformats.org/drawingml/2006/main" prst="rect">
            <a:avLst/>
          </a:prstGeom>
        </p:spPr>
      </p:pic>
      <p:sp>
        <p:nvSpPr>
          <p:cNvPr id="55" name="Rectangle 54">
            <a:extLst xmlns:a="http://schemas.openxmlformats.org/drawingml/2006/main">
              <a:ext uri="{FF2B5EF4-FFF2-40B4-BE49-F238E27FC236}">
                <a16:creationId xmlns:a16="http://schemas.microsoft.com/office/drawing/2014/main" id="{FE307725-A700-4C9A-BAF8-B753C5BDB258}"/>
              </a:ext>
            </a:extLst>
          </p:cNvPr>
          <p:cNvSpPr>
            <a:spLocks xmlns:a="http://schemas.openxmlformats.org/drawingml/2006/main" noGrp="1"/>
          </p:cNvSpPr>
          <p:nvPr/>
        </p:nvSpPr>
        <p:spPr>
          <a:xfrm xmlns:a="http://schemas.openxmlformats.org/drawingml/2006/main">
            <a:off x="5124450" y="4895850"/>
            <a:ext cx="6191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FastConnect</a:t>
            </a:r>
          </a:p>
        </p:txBody>
      </p:sp>
      <p:sp>
        <p:nvSpPr>
          <p:cNvPr id="56" name="Straight Connector 55">
            <a:extLst xmlns:a="http://schemas.openxmlformats.org/drawingml/2006/main">
              <a:ext uri="{FF2B5EF4-FFF2-40B4-BE49-F238E27FC236}">
                <a16:creationId xmlns:a16="http://schemas.microsoft.com/office/drawing/2014/main" id="{461CE8BA-D873-43C8-AE90-32516CD9FA89}"/>
              </a:ext>
            </a:extLst>
          </p:cNvPr>
          <p:cNvSpPr>
            <a:spLocks xmlns:a="http://schemas.openxmlformats.org/drawingml/2006/main" noGrp="1"/>
          </p:cNvSpPr>
          <p:nvPr/>
        </p:nvSpPr>
        <p:spPr>
          <a:xfrm xmlns:a="http://schemas.openxmlformats.org/drawingml/2006/main">
            <a:off x="3181350" y="5076825"/>
            <a:ext cx="26670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00" name="Picture 168"/>
          <p:cNvPicPr>
            <a:picLocks xmlns:a="http://schemas.openxmlformats.org/drawingml/2006/main" noChangeAspect="1"/>
          </p:cNvPicPr>
          <p:nvPr/>
        </p:nvPicPr>
        <p:blipFill>
          <a:blip xmlns:r="http://schemas.openxmlformats.org/officeDocument/2006/relationships" xmlns:a="http://schemas.openxmlformats.org/drawingml/2006/main" r:embed="Radc020f33e394520"/>
          <a:stretch xmlns:a="http://schemas.openxmlformats.org/drawingml/2006/main"/>
        </p:blipFill>
        <p:spPr>
          <a:xfrm xmlns:a="http://schemas.openxmlformats.org/drawingml/2006/main">
            <a:off x="3381375" y="5200650"/>
            <a:ext cx="342900" cy="342900"/>
          </a:xfrm>
          <a:prstGeom xmlns:a="http://schemas.openxmlformats.org/drawingml/2006/main" prst="rect">
            <a:avLst/>
          </a:prstGeom>
        </p:spPr>
      </p:pic>
      <p:sp>
        <p:nvSpPr>
          <p:cNvPr id="58" name="Rectangle 57">
            <a:extLst xmlns:a="http://schemas.openxmlformats.org/drawingml/2006/main">
              <a:ext uri="{FF2B5EF4-FFF2-40B4-BE49-F238E27FC236}">
                <a16:creationId xmlns:a16="http://schemas.microsoft.com/office/drawing/2014/main" id="{F0744A58-D89A-485D-AEDC-154E1A939AB8}"/>
              </a:ext>
            </a:extLst>
          </p:cNvPr>
          <p:cNvSpPr>
            <a:spLocks xmlns:a="http://schemas.openxmlformats.org/drawingml/2006/main" noGrp="1"/>
          </p:cNvSpPr>
          <p:nvPr/>
        </p:nvSpPr>
        <p:spPr>
          <a:xfrm xmlns:a="http://schemas.openxmlformats.org/drawingml/2006/main">
            <a:off x="3143250" y="5595936"/>
            <a:ext cx="809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Secure</a:t>
            </a:r>
          </a:p>
        </p:txBody>
      </p:sp>
      <p:pic>
        <p:nvPicPr>
          <p:cNvPr id="202" name="Picture 170"/>
          <p:cNvPicPr>
            <a:picLocks xmlns:a="http://schemas.openxmlformats.org/drawingml/2006/main" noChangeAspect="1"/>
          </p:cNvPicPr>
          <p:nvPr/>
        </p:nvPicPr>
        <p:blipFill>
          <a:blip xmlns:r="http://schemas.openxmlformats.org/officeDocument/2006/relationships" xmlns:a="http://schemas.openxmlformats.org/drawingml/2006/main" r:embed="R9aef93b2cc7b4ef4"/>
          <a:stretch xmlns:a="http://schemas.openxmlformats.org/drawingml/2006/main"/>
        </p:blipFill>
        <p:spPr>
          <a:xfrm xmlns:a="http://schemas.openxmlformats.org/drawingml/2006/main">
            <a:off x="4248150" y="5205162"/>
            <a:ext cx="342900" cy="333876"/>
          </a:xfrm>
          <a:prstGeom xmlns:a="http://schemas.openxmlformats.org/drawingml/2006/main" prst="rect">
            <a:avLst/>
          </a:prstGeom>
        </p:spPr>
      </p:pic>
      <p:sp>
        <p:nvSpPr>
          <p:cNvPr id="60" name="Rectangle 59">
            <a:extLst xmlns:a="http://schemas.openxmlformats.org/drawingml/2006/main">
              <a:ext uri="{FF2B5EF4-FFF2-40B4-BE49-F238E27FC236}">
                <a16:creationId xmlns:a16="http://schemas.microsoft.com/office/drawing/2014/main" id="{CC8880FD-4A4B-4750-AE37-D4FFB0350FB1}"/>
              </a:ext>
            </a:extLst>
          </p:cNvPr>
          <p:cNvSpPr>
            <a:spLocks xmlns:a="http://schemas.openxmlformats.org/drawingml/2006/main" noGrp="1"/>
          </p:cNvSpPr>
          <p:nvPr/>
        </p:nvSpPr>
        <p:spPr>
          <a:xfrm xmlns:a="http://schemas.openxmlformats.org/drawingml/2006/main">
            <a:off x="4000501" y="5572124"/>
            <a:ext cx="809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High Performance</a:t>
            </a:r>
          </a:p>
        </p:txBody>
      </p:sp>
      <p:pic>
        <p:nvPicPr>
          <p:cNvPr id="204" name="Picture 172"/>
          <p:cNvPicPr>
            <a:picLocks xmlns:a="http://schemas.openxmlformats.org/drawingml/2006/main" noChangeAspect="1"/>
          </p:cNvPicPr>
          <p:nvPr/>
        </p:nvPicPr>
        <p:blipFill>
          <a:blip xmlns:r="http://schemas.openxmlformats.org/officeDocument/2006/relationships" xmlns:a="http://schemas.openxmlformats.org/drawingml/2006/main" r:embed="Rc69b90c0122e4584"/>
          <a:stretch xmlns:a="http://schemas.openxmlformats.org/drawingml/2006/main"/>
        </p:blipFill>
        <p:spPr>
          <a:xfrm xmlns:a="http://schemas.openxmlformats.org/drawingml/2006/main">
            <a:off x="5229225" y="5205162"/>
            <a:ext cx="342900" cy="333876"/>
          </a:xfrm>
          <a:prstGeom xmlns:a="http://schemas.openxmlformats.org/drawingml/2006/main" prst="rect">
            <a:avLst/>
          </a:prstGeom>
        </p:spPr>
      </p:pic>
      <p:sp>
        <p:nvSpPr>
          <p:cNvPr id="62" name="Rectangle 61">
            <a:extLst xmlns:a="http://schemas.openxmlformats.org/drawingml/2006/main">
              <a:ext uri="{FF2B5EF4-FFF2-40B4-BE49-F238E27FC236}">
                <a16:creationId xmlns:a16="http://schemas.microsoft.com/office/drawing/2014/main" id="{ADDE7C56-561F-48F6-8455-46B1E9B652D6}"/>
              </a:ext>
            </a:extLst>
          </p:cNvPr>
          <p:cNvSpPr>
            <a:spLocks xmlns:a="http://schemas.openxmlformats.org/drawingml/2006/main" noGrp="1"/>
          </p:cNvSpPr>
          <p:nvPr/>
        </p:nvSpPr>
        <p:spPr>
          <a:xfrm xmlns:a="http://schemas.openxmlformats.org/drawingml/2006/main">
            <a:off x="5095875" y="5572125"/>
            <a:ext cx="809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Private Connectivity</a:t>
            </a:r>
          </a:p>
        </p:txBody>
      </p:sp>
      <p:sp>
        <p:nvSpPr>
          <p:cNvPr id="63" name="Straight Connector 62">
            <a:extLst xmlns:a="http://schemas.openxmlformats.org/drawingml/2006/main">
              <a:ext uri="{FF2B5EF4-FFF2-40B4-BE49-F238E27FC236}">
                <a16:creationId xmlns:a16="http://schemas.microsoft.com/office/drawing/2014/main" id="{2FAF5588-F34B-49A2-B33E-F56981A0B641}"/>
              </a:ext>
            </a:extLst>
          </p:cNvPr>
          <p:cNvSpPr>
            <a:spLocks xmlns:a="http://schemas.openxmlformats.org/drawingml/2006/main" noGrp="1"/>
          </p:cNvSpPr>
          <p:nvPr/>
        </p:nvSpPr>
        <p:spPr>
          <a:xfrm xmlns:a="http://schemas.openxmlformats.org/drawingml/2006/main">
            <a:off x="3867150" y="5200650"/>
            <a:ext cx="0" cy="504825"/>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Straight Connector 63">
            <a:extLst xmlns:a="http://schemas.openxmlformats.org/drawingml/2006/main">
              <a:ext uri="{FF2B5EF4-FFF2-40B4-BE49-F238E27FC236}">
                <a16:creationId xmlns:a16="http://schemas.microsoft.com/office/drawing/2014/main" id="{E9ABF822-5D52-47E5-82D8-1996325719FD}"/>
              </a:ext>
            </a:extLst>
          </p:cNvPr>
          <p:cNvSpPr>
            <a:spLocks xmlns:a="http://schemas.openxmlformats.org/drawingml/2006/main" noGrp="1"/>
          </p:cNvSpPr>
          <p:nvPr/>
        </p:nvSpPr>
        <p:spPr>
          <a:xfrm xmlns:a="http://schemas.openxmlformats.org/drawingml/2006/main">
            <a:off x="4944361" y="5174733"/>
            <a:ext cx="0" cy="504825"/>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65" name="Rounded Rectangle 64">
            <a:extLst xmlns:a="http://schemas.openxmlformats.org/drawingml/2006/main">
              <a:ext uri="{FF2B5EF4-FFF2-40B4-BE49-F238E27FC236}">
                <a16:creationId xmlns:a16="http://schemas.microsoft.com/office/drawing/2014/main" id="{15E35943-770E-4E69-A8A0-AFB0A1C16128}"/>
              </a:ext>
            </a:extLst>
          </p:cNvPr>
          <p:cNvSpPr>
            <a:spLocks xmlns:a="http://schemas.openxmlformats.org/drawingml/2006/main" noGrp="1"/>
          </p:cNvSpPr>
          <p:nvPr/>
        </p:nvSpPr>
        <p:spPr>
          <a:xfrm xmlns:a="http://schemas.openxmlformats.org/drawingml/2006/main">
            <a:off x="6038850" y="2266950"/>
            <a:ext cx="3400425" cy="3448050"/>
          </a:xfrm>
          <a:prstGeom xmlns:a="http://schemas.openxmlformats.org/drawingml/2006/main" prst="roundRect">
            <a:avLst>
              <a:gd name="adj" fmla="val 1961"/>
            </a:avLst>
          </a:prstGeom>
          <a:solidFill xmlns:a="http://schemas.openxmlformats.org/drawingml/2006/main">
            <a:srgbClr val="FFFFFF"/>
          </a:solidFill>
          <a:ln xmlns:a="http://schemas.openxmlformats.org/drawingml/2006/main" w="9525">
            <a:solidFill>
              <a:srgbClr val="E600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6" name="Rounded Rectangle 65">
            <a:extLst xmlns:a="http://schemas.openxmlformats.org/drawingml/2006/main">
              <a:ext uri="{FF2B5EF4-FFF2-40B4-BE49-F238E27FC236}">
                <a16:creationId xmlns:a16="http://schemas.microsoft.com/office/drawing/2014/main" id="{832FEC8D-6412-414D-A1AF-A830E54C34ED}"/>
              </a:ext>
            </a:extLst>
          </p:cNvPr>
          <p:cNvSpPr>
            <a:spLocks xmlns:a="http://schemas.openxmlformats.org/drawingml/2006/main" noGrp="1"/>
          </p:cNvSpPr>
          <p:nvPr/>
        </p:nvSpPr>
        <p:spPr>
          <a:xfrm xmlns:a="http://schemas.openxmlformats.org/drawingml/2006/main">
            <a:off x="6038850" y="2266950"/>
            <a:ext cx="3400425" cy="314325"/>
          </a:xfrm>
          <a:prstGeom xmlns:a="http://schemas.openxmlformats.org/drawingml/2006/main" prst="roundRect">
            <a:avLst>
              <a:gd name="adj" fmla="val 21212"/>
            </a:avLst>
          </a:prstGeom>
          <a:gradFill xmlns:a="http://schemas.openxmlformats.org/drawingml/2006/main">
            <a:gsLst>
              <a:gs pos="0">
                <a:srgbClr val="D60000"/>
              </a:gs>
              <a:gs pos="100000">
                <a:srgbClr val="E0000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7" name="Rectangle 66">
            <a:extLst xmlns:a="http://schemas.openxmlformats.org/drawingml/2006/main">
              <a:ext uri="{FF2B5EF4-FFF2-40B4-BE49-F238E27FC236}">
                <a16:creationId xmlns:a16="http://schemas.microsoft.com/office/drawing/2014/main" id="{01A33433-6356-4362-8955-320E4C1E596A}"/>
              </a:ext>
            </a:extLst>
          </p:cNvPr>
          <p:cNvSpPr>
            <a:spLocks xmlns:a="http://schemas.openxmlformats.org/drawingml/2006/main" noGrp="1"/>
          </p:cNvSpPr>
          <p:nvPr/>
        </p:nvSpPr>
        <p:spPr>
          <a:xfrm xmlns:a="http://schemas.openxmlformats.org/drawingml/2006/main">
            <a:off x="6038850" y="2514600"/>
            <a:ext cx="3400425" cy="76200"/>
          </a:xfrm>
          <a:prstGeom xmlns:a="http://schemas.openxmlformats.org/drawingml/2006/main" prst="rect">
            <a:avLst/>
          </a:prstGeom>
          <a:solidFill xmlns:a="http://schemas.openxmlformats.org/drawingml/2006/main">
            <a:srgbClr val="E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8" name="Rectangle 67">
            <a:extLst xmlns:a="http://schemas.openxmlformats.org/drawingml/2006/main">
              <a:ext uri="{FF2B5EF4-FFF2-40B4-BE49-F238E27FC236}">
                <a16:creationId xmlns:a16="http://schemas.microsoft.com/office/drawing/2014/main" id="{97444AAE-3FFE-41A9-B95D-375281A40DC0}"/>
              </a:ext>
            </a:extLst>
          </p:cNvPr>
          <p:cNvSpPr>
            <a:spLocks xmlns:a="http://schemas.openxmlformats.org/drawingml/2006/main" noGrp="1"/>
          </p:cNvSpPr>
          <p:nvPr/>
        </p:nvSpPr>
        <p:spPr>
          <a:xfrm xmlns:a="http://schemas.openxmlformats.org/drawingml/2006/main">
            <a:off x="6410325" y="2381250"/>
            <a:ext cx="2667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ORACLE CLOUD VMWARE SOLUTION (OCVS)</a:t>
            </a:r>
          </a:p>
        </p:txBody>
      </p:sp>
      <p:pic>
        <p:nvPicPr>
          <p:cNvPr id="212" name="Picture 180"/>
          <p:cNvPicPr>
            <a:picLocks xmlns:a="http://schemas.openxmlformats.org/drawingml/2006/main" noChangeAspect="1"/>
          </p:cNvPicPr>
          <p:nvPr/>
        </p:nvPicPr>
        <p:blipFill>
          <a:blip xmlns:r="http://schemas.openxmlformats.org/officeDocument/2006/relationships" xmlns:a="http://schemas.openxmlformats.org/drawingml/2006/main" r:embed="Rf65c279e2b404077"/>
          <a:stretch xmlns:a="http://schemas.openxmlformats.org/drawingml/2006/main"/>
        </p:blipFill>
        <p:spPr>
          <a:xfrm xmlns:a="http://schemas.openxmlformats.org/drawingml/2006/main">
            <a:off x="7219950" y="2698955"/>
            <a:ext cx="952500" cy="583790"/>
          </a:xfrm>
          <a:prstGeom xmlns:a="http://schemas.openxmlformats.org/drawingml/2006/main" prst="rect">
            <a:avLst/>
          </a:prstGeom>
        </p:spPr>
      </p:pic>
      <p:sp>
        <p:nvSpPr>
          <p:cNvPr id="70" name="Rectangle 69">
            <a:extLst xmlns:a="http://schemas.openxmlformats.org/drawingml/2006/main">
              <a:ext uri="{FF2B5EF4-FFF2-40B4-BE49-F238E27FC236}">
                <a16:creationId xmlns:a16="http://schemas.microsoft.com/office/drawing/2014/main" id="{90E5D9A3-120E-434E-AA87-D4228E402F87}"/>
              </a:ext>
            </a:extLst>
          </p:cNvPr>
          <p:cNvSpPr>
            <a:spLocks xmlns:a="http://schemas.openxmlformats.org/drawingml/2006/main" noGrp="1"/>
          </p:cNvSpPr>
          <p:nvPr/>
        </p:nvSpPr>
        <p:spPr>
          <a:xfrm xmlns:a="http://schemas.openxmlformats.org/drawingml/2006/main">
            <a:off x="6743700" y="3333750"/>
            <a:ext cx="2047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5000"/>
              </a:lnSpc>
              <a:buNone/>
              <a:defRPr sz="975" b="1" i="0">
                <a:solidFill>
                  <a:srgbClr val="111111"/>
                </a:solidFill>
                <a:latin typeface="Arial"/>
                <a:ea typeface="Arial"/>
                <a:cs typeface="Arial"/>
              </a:defRPr>
            </a:pPr>
            <a:r>
              <a:rPr sz="975" b="1" i="0">
                <a:solidFill>
                  <a:srgbClr val="111111"/>
                </a:solidFill>
                <a:latin typeface="Arial"/>
                <a:ea typeface="Arial"/>
                <a:cs typeface="Arial"/>
              </a:rPr>
              <a:t>Extend your VMware environment</a:t>
            </a:r>
          </a:p>
          <a:p xmlns:a="http://schemas.openxmlformats.org/drawingml/2006/main">
            <a:pPr algn="ctr">
              <a:lnSpc>
                <a:spcPct val="115000"/>
              </a:lnSpc>
              <a:buNone/>
              <a:defRPr sz="975" b="1" i="0">
                <a:solidFill>
                  <a:srgbClr val="111111"/>
                </a:solidFill>
                <a:latin typeface="Arial"/>
                <a:ea typeface="Arial"/>
                <a:cs typeface="Arial"/>
              </a:defRPr>
            </a:pPr>
            <a:r>
              <a:rPr sz="975" b="1" i="0">
                <a:solidFill>
                  <a:srgbClr val="111111"/>
                </a:solidFill>
                <a:latin typeface="Arial"/>
                <a:ea typeface="Arial"/>
                <a:cs typeface="Arial"/>
              </a:rPr>
              <a:t>on Oracle Cloud Infrastructure</a:t>
            </a:r>
          </a:p>
        </p:txBody>
      </p:sp>
      <p:sp>
        <p:nvSpPr>
          <p:cNvPr id="71" name="Straight Connector 70">
            <a:extLst xmlns:a="http://schemas.openxmlformats.org/drawingml/2006/main">
              <a:ext uri="{FF2B5EF4-FFF2-40B4-BE49-F238E27FC236}">
                <a16:creationId xmlns:a16="http://schemas.microsoft.com/office/drawing/2014/main" id="{8F7263F0-E526-404F-8D96-C720966F73C2}"/>
              </a:ext>
            </a:extLst>
          </p:cNvPr>
          <p:cNvSpPr>
            <a:spLocks xmlns:a="http://schemas.openxmlformats.org/drawingml/2006/main" noGrp="1"/>
          </p:cNvSpPr>
          <p:nvPr/>
        </p:nvSpPr>
        <p:spPr>
          <a:xfrm xmlns:a="http://schemas.openxmlformats.org/drawingml/2006/main">
            <a:off x="6210300" y="3762375"/>
            <a:ext cx="305752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72" name="Rounded Rectangle 71">
            <a:extLst xmlns:a="http://schemas.openxmlformats.org/drawingml/2006/main">
              <a:ext uri="{FF2B5EF4-FFF2-40B4-BE49-F238E27FC236}">
                <a16:creationId xmlns:a16="http://schemas.microsoft.com/office/drawing/2014/main" id="{1024878C-6420-4312-8E46-49CBD6ECD19A}"/>
              </a:ext>
            </a:extLst>
          </p:cNvPr>
          <p:cNvSpPr>
            <a:spLocks xmlns:a="http://schemas.openxmlformats.org/drawingml/2006/main" noGrp="1"/>
          </p:cNvSpPr>
          <p:nvPr/>
        </p:nvSpPr>
        <p:spPr>
          <a:xfrm xmlns:a="http://schemas.openxmlformats.org/drawingml/2006/main">
            <a:off x="6219825" y="3905250"/>
            <a:ext cx="914400" cy="790575"/>
          </a:xfrm>
          <a:prstGeom xmlns:a="http://schemas.openxmlformats.org/drawingml/2006/main" prst="roundRect">
            <a:avLst>
              <a:gd name="adj" fmla="val 6024"/>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16" name="Picture 184"/>
          <p:cNvPicPr>
            <a:picLocks xmlns:a="http://schemas.openxmlformats.org/drawingml/2006/main" noChangeAspect="1"/>
          </p:cNvPicPr>
          <p:nvPr/>
        </p:nvPicPr>
        <p:blipFill>
          <a:blip xmlns:r="http://schemas.openxmlformats.org/officeDocument/2006/relationships" xmlns:a="http://schemas.openxmlformats.org/drawingml/2006/main" r:embed="Re49512cdc5fb4cd8"/>
          <a:stretch xmlns:a="http://schemas.openxmlformats.org/drawingml/2006/main"/>
        </p:blipFill>
        <p:spPr>
          <a:xfrm xmlns:a="http://schemas.openxmlformats.org/drawingml/2006/main">
            <a:off x="6524625" y="4040019"/>
            <a:ext cx="314325" cy="321013"/>
          </a:xfrm>
          <a:prstGeom xmlns:a="http://schemas.openxmlformats.org/drawingml/2006/main" prst="rect">
            <a:avLst/>
          </a:prstGeom>
        </p:spPr>
      </p:pic>
      <p:sp>
        <p:nvSpPr>
          <p:cNvPr id="74" name="Rectangle 73">
            <a:extLst xmlns:a="http://schemas.openxmlformats.org/drawingml/2006/main">
              <a:ext uri="{FF2B5EF4-FFF2-40B4-BE49-F238E27FC236}">
                <a16:creationId xmlns:a16="http://schemas.microsoft.com/office/drawing/2014/main" id="{BFD337C6-24DF-4025-82D7-32901B862419}"/>
              </a:ext>
            </a:extLst>
          </p:cNvPr>
          <p:cNvSpPr>
            <a:spLocks xmlns:a="http://schemas.openxmlformats.org/drawingml/2006/main" noGrp="1"/>
          </p:cNvSpPr>
          <p:nvPr/>
        </p:nvSpPr>
        <p:spPr>
          <a:xfrm xmlns:a="http://schemas.openxmlformats.org/drawingml/2006/main">
            <a:off x="6410325" y="4476750"/>
            <a:ext cx="533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Compute</a:t>
            </a:r>
          </a:p>
        </p:txBody>
      </p:sp>
      <p:sp>
        <p:nvSpPr>
          <p:cNvPr id="75" name="Rounded Rectangle 74">
            <a:extLst xmlns:a="http://schemas.openxmlformats.org/drawingml/2006/main">
              <a:ext uri="{FF2B5EF4-FFF2-40B4-BE49-F238E27FC236}">
                <a16:creationId xmlns:a16="http://schemas.microsoft.com/office/drawing/2014/main" id="{1604921D-74E6-4BDD-BE35-268A5F1E93B1}"/>
              </a:ext>
            </a:extLst>
          </p:cNvPr>
          <p:cNvSpPr>
            <a:spLocks xmlns:a="http://schemas.openxmlformats.org/drawingml/2006/main" noGrp="1"/>
          </p:cNvSpPr>
          <p:nvPr/>
        </p:nvSpPr>
        <p:spPr>
          <a:xfrm xmlns:a="http://schemas.openxmlformats.org/drawingml/2006/main">
            <a:off x="7267575" y="3905250"/>
            <a:ext cx="914400" cy="790575"/>
          </a:xfrm>
          <a:prstGeom xmlns:a="http://schemas.openxmlformats.org/drawingml/2006/main" prst="roundRect">
            <a:avLst>
              <a:gd name="adj" fmla="val 6024"/>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19" name="Picture 187"/>
          <p:cNvPicPr>
            <a:picLocks xmlns:a="http://schemas.openxmlformats.org/drawingml/2006/main" noChangeAspect="1"/>
          </p:cNvPicPr>
          <p:nvPr/>
        </p:nvPicPr>
        <p:blipFill>
          <a:blip xmlns:r="http://schemas.openxmlformats.org/officeDocument/2006/relationships" xmlns:a="http://schemas.openxmlformats.org/drawingml/2006/main" r:embed="R747c791146084064"/>
          <a:stretch xmlns:a="http://schemas.openxmlformats.org/drawingml/2006/main"/>
        </p:blipFill>
        <p:spPr>
          <a:xfrm xmlns:a="http://schemas.openxmlformats.org/drawingml/2006/main">
            <a:off x="7574359" y="4038600"/>
            <a:ext cx="310356" cy="323850"/>
          </a:xfrm>
          <a:prstGeom xmlns:a="http://schemas.openxmlformats.org/drawingml/2006/main" prst="rect">
            <a:avLst/>
          </a:prstGeom>
        </p:spPr>
      </p:pic>
      <p:sp>
        <p:nvSpPr>
          <p:cNvPr id="77" name="Rectangle 76">
            <a:extLst xmlns:a="http://schemas.openxmlformats.org/drawingml/2006/main">
              <a:ext uri="{FF2B5EF4-FFF2-40B4-BE49-F238E27FC236}">
                <a16:creationId xmlns:a16="http://schemas.microsoft.com/office/drawing/2014/main" id="{2F37EFEC-1F59-4245-8CF6-D4F97E31D607}"/>
              </a:ext>
            </a:extLst>
          </p:cNvPr>
          <p:cNvSpPr>
            <a:spLocks xmlns:a="http://schemas.openxmlformats.org/drawingml/2006/main" noGrp="1"/>
          </p:cNvSpPr>
          <p:nvPr/>
        </p:nvSpPr>
        <p:spPr>
          <a:xfrm xmlns:a="http://schemas.openxmlformats.org/drawingml/2006/main">
            <a:off x="7458075" y="4476750"/>
            <a:ext cx="533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Storage</a:t>
            </a:r>
          </a:p>
        </p:txBody>
      </p:sp>
      <p:sp>
        <p:nvSpPr>
          <p:cNvPr id="78" name="Rounded Rectangle 77">
            <a:extLst xmlns:a="http://schemas.openxmlformats.org/drawingml/2006/main">
              <a:ext uri="{FF2B5EF4-FFF2-40B4-BE49-F238E27FC236}">
                <a16:creationId xmlns:a16="http://schemas.microsoft.com/office/drawing/2014/main" id="{4B888AEA-DFFE-4B44-B348-BF0AC6222FC7}"/>
              </a:ext>
            </a:extLst>
          </p:cNvPr>
          <p:cNvSpPr>
            <a:spLocks xmlns:a="http://schemas.openxmlformats.org/drawingml/2006/main" noGrp="1"/>
          </p:cNvSpPr>
          <p:nvPr/>
        </p:nvSpPr>
        <p:spPr>
          <a:xfrm xmlns:a="http://schemas.openxmlformats.org/drawingml/2006/main">
            <a:off x="8305800" y="3905250"/>
            <a:ext cx="914400" cy="790575"/>
          </a:xfrm>
          <a:prstGeom xmlns:a="http://schemas.openxmlformats.org/drawingml/2006/main" prst="roundRect">
            <a:avLst>
              <a:gd name="adj" fmla="val 6024"/>
            </a:avLst>
          </a:prstGeom>
          <a:solidFill xmlns:a="http://schemas.openxmlformats.org/drawingml/2006/main">
            <a:srgbClr val="FDEE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22" name="Picture 190"/>
          <p:cNvPicPr>
            <a:picLocks xmlns:a="http://schemas.openxmlformats.org/drawingml/2006/main" noChangeAspect="1"/>
          </p:cNvPicPr>
          <p:nvPr/>
        </p:nvPicPr>
        <p:blipFill>
          <a:blip xmlns:r="http://schemas.openxmlformats.org/officeDocument/2006/relationships" xmlns:a="http://schemas.openxmlformats.org/drawingml/2006/main" r:embed="Rf711b5bcb6a548c3"/>
          <a:stretch xmlns:a="http://schemas.openxmlformats.org/drawingml/2006/main"/>
        </p:blipFill>
        <p:spPr>
          <a:xfrm xmlns:a="http://schemas.openxmlformats.org/drawingml/2006/main">
            <a:off x="8610600" y="4040019"/>
            <a:ext cx="314325" cy="321013"/>
          </a:xfrm>
          <a:prstGeom xmlns:a="http://schemas.openxmlformats.org/drawingml/2006/main" prst="rect">
            <a:avLst/>
          </a:prstGeom>
        </p:spPr>
      </p:pic>
      <p:sp>
        <p:nvSpPr>
          <p:cNvPr id="80" name="Rectangle 79">
            <a:extLst xmlns:a="http://schemas.openxmlformats.org/drawingml/2006/main">
              <a:ext uri="{FF2B5EF4-FFF2-40B4-BE49-F238E27FC236}">
                <a16:creationId xmlns:a16="http://schemas.microsoft.com/office/drawing/2014/main" id="{932BCA88-F17D-43E4-87E7-F778CA021C3B}"/>
              </a:ext>
            </a:extLst>
          </p:cNvPr>
          <p:cNvSpPr>
            <a:spLocks xmlns:a="http://schemas.openxmlformats.org/drawingml/2006/main" noGrp="1"/>
          </p:cNvSpPr>
          <p:nvPr/>
        </p:nvSpPr>
        <p:spPr>
          <a:xfrm xmlns:a="http://schemas.openxmlformats.org/drawingml/2006/main">
            <a:off x="8496300" y="4476750"/>
            <a:ext cx="533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Network</a:t>
            </a:r>
          </a:p>
        </p:txBody>
      </p:sp>
      <p:sp>
        <p:nvSpPr>
          <p:cNvPr id="81" name="Rounded Rectangle 80">
            <a:extLst xmlns:a="http://schemas.openxmlformats.org/drawingml/2006/main">
              <a:ext uri="{FF2B5EF4-FFF2-40B4-BE49-F238E27FC236}">
                <a16:creationId xmlns:a16="http://schemas.microsoft.com/office/drawing/2014/main" id="{2E0F2901-4374-42BD-A410-7E2855868C05}"/>
              </a:ext>
            </a:extLst>
          </p:cNvPr>
          <p:cNvSpPr>
            <a:spLocks xmlns:a="http://schemas.openxmlformats.org/drawingml/2006/main" noGrp="1"/>
          </p:cNvSpPr>
          <p:nvPr/>
        </p:nvSpPr>
        <p:spPr>
          <a:xfrm xmlns:a="http://schemas.openxmlformats.org/drawingml/2006/main">
            <a:off x="6219825" y="4886325"/>
            <a:ext cx="3038475" cy="657225"/>
          </a:xfrm>
          <a:prstGeom xmlns:a="http://schemas.openxmlformats.org/drawingml/2006/main" prst="roundRect">
            <a:avLst>
              <a:gd name="adj" fmla="val 8696"/>
            </a:avLst>
          </a:prstGeom>
          <a:solidFill xmlns:a="http://schemas.openxmlformats.org/drawingml/2006/main">
            <a:srgbClr val="F3F3F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25" name="Picture 193"/>
          <p:cNvPicPr>
            <a:picLocks xmlns:a="http://schemas.openxmlformats.org/drawingml/2006/main" noChangeAspect="1"/>
          </p:cNvPicPr>
          <p:nvPr/>
        </p:nvPicPr>
        <p:blipFill>
          <a:blip xmlns:r="http://schemas.openxmlformats.org/officeDocument/2006/relationships" xmlns:a="http://schemas.openxmlformats.org/drawingml/2006/main" r:embed="R02349ca768294c7d"/>
          <a:stretch xmlns:a="http://schemas.openxmlformats.org/drawingml/2006/main"/>
        </p:blipFill>
        <p:spPr>
          <a:xfrm xmlns:a="http://schemas.openxmlformats.org/drawingml/2006/main">
            <a:off x="6353175" y="5026223"/>
            <a:ext cx="400050" cy="425053"/>
          </a:xfrm>
          <a:prstGeom xmlns:a="http://schemas.openxmlformats.org/drawingml/2006/main" prst="rect">
            <a:avLst/>
          </a:prstGeom>
        </p:spPr>
      </p:pic>
      <p:sp>
        <p:nvSpPr>
          <p:cNvPr id="83" name="Rectangle 82">
            <a:extLst xmlns:a="http://schemas.openxmlformats.org/drawingml/2006/main">
              <a:ext uri="{FF2B5EF4-FFF2-40B4-BE49-F238E27FC236}">
                <a16:creationId xmlns:a16="http://schemas.microsoft.com/office/drawing/2014/main" id="{C7696096-D00C-4A20-BEF0-6CB23CFFF4D6}"/>
              </a:ext>
            </a:extLst>
          </p:cNvPr>
          <p:cNvSpPr>
            <a:spLocks xmlns:a="http://schemas.openxmlformats.org/drawingml/2006/main" noGrp="1"/>
          </p:cNvSpPr>
          <p:nvPr/>
        </p:nvSpPr>
        <p:spPr>
          <a:xfrm xmlns:a="http://schemas.openxmlformats.org/drawingml/2006/main">
            <a:off x="6791325" y="50768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900" b="0" i="0">
                <a:solidFill>
                  <a:srgbClr val="111111"/>
                </a:solidFill>
                <a:latin typeface="Arial"/>
                <a:ea typeface="Arial"/>
                <a:cs typeface="Arial"/>
              </a:defRPr>
            </a:pPr>
            <a:r>
              <a:rPr sz="900" b="0" i="0">
                <a:solidFill>
                  <a:srgbClr val="111111"/>
                </a:solidFill>
                <a:latin typeface="Arial"/>
                <a:ea typeface="Arial"/>
                <a:cs typeface="Arial"/>
              </a:rPr>
              <a:t>Customer-managed VMware Cloud Foundation</a:t>
            </a:r>
          </a:p>
          <a:p xmlns:a="http://schemas.openxmlformats.org/drawingml/2006/main">
            <a:pPr algn="l">
              <a:lnSpc>
                <a:spcPct val="112000"/>
              </a:lnSpc>
              <a:buNone/>
              <a:defRPr sz="900" b="0" i="0">
                <a:solidFill>
                  <a:srgbClr val="111111"/>
                </a:solidFill>
                <a:latin typeface="Arial"/>
                <a:ea typeface="Arial"/>
                <a:cs typeface="Arial"/>
              </a:defRPr>
            </a:pPr>
            <a:r>
              <a:rPr sz="900" b="0" i="0">
                <a:solidFill>
                  <a:srgbClr val="111111"/>
                </a:solidFill>
                <a:latin typeface="Arial"/>
                <a:ea typeface="Arial"/>
                <a:cs typeface="Arial"/>
              </a:rPr>
              <a:t>on native OCI infrastructure</a:t>
            </a:r>
          </a:p>
        </p:txBody>
      </p:sp>
      <p:sp>
        <p:nvSpPr>
          <p:cNvPr id="84" name="Straight Connector 83">
            <a:extLst xmlns:a="http://schemas.openxmlformats.org/drawingml/2006/main">
              <a:ext uri="{FF2B5EF4-FFF2-40B4-BE49-F238E27FC236}">
                <a16:creationId xmlns:a16="http://schemas.microsoft.com/office/drawing/2014/main" id="{3B3281E3-FDA6-4DB0-9246-9862880C7A88}"/>
              </a:ext>
            </a:extLst>
          </p:cNvPr>
          <p:cNvSpPr>
            <a:spLocks xmlns:a="http://schemas.openxmlformats.org/drawingml/2006/main" noGrp="1"/>
          </p:cNvSpPr>
          <p:nvPr/>
        </p:nvSpPr>
        <p:spPr>
          <a:xfrm xmlns:a="http://schemas.openxmlformats.org/drawingml/2006/main">
            <a:off x="9810750" y="1752600"/>
            <a:ext cx="0" cy="396240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85" name="Rectangle 84">
            <a:extLst xmlns:a="http://schemas.openxmlformats.org/drawingml/2006/main">
              <a:ext uri="{FF2B5EF4-FFF2-40B4-BE49-F238E27FC236}">
                <a16:creationId xmlns:a16="http://schemas.microsoft.com/office/drawing/2014/main" id="{70A0EA1B-22F0-4316-B91C-9738F97287F6}"/>
              </a:ext>
            </a:extLst>
          </p:cNvPr>
          <p:cNvSpPr>
            <a:spLocks xmlns:a="http://schemas.openxmlformats.org/drawingml/2006/main" noGrp="1"/>
          </p:cNvSpPr>
          <p:nvPr/>
        </p:nvSpPr>
        <p:spPr>
          <a:xfrm xmlns:a="http://schemas.openxmlformats.org/drawingml/2006/main">
            <a:off x="10020300" y="164782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BUSINESS OUTCOMES</a:t>
            </a:r>
          </a:p>
        </p:txBody>
      </p:sp>
      <p:sp>
        <p:nvSpPr>
          <p:cNvPr id="86" name="Straight Connector 85">
            <a:extLst xmlns:a="http://schemas.openxmlformats.org/drawingml/2006/main">
              <a:ext uri="{FF2B5EF4-FFF2-40B4-BE49-F238E27FC236}">
                <a16:creationId xmlns:a16="http://schemas.microsoft.com/office/drawing/2014/main" id="{8B2881C5-7C26-4FAF-9316-E26657A2FC5E}"/>
              </a:ext>
            </a:extLst>
          </p:cNvPr>
          <p:cNvSpPr>
            <a:spLocks xmlns:a="http://schemas.openxmlformats.org/drawingml/2006/main" noGrp="1"/>
          </p:cNvSpPr>
          <p:nvPr/>
        </p:nvSpPr>
        <p:spPr>
          <a:xfrm xmlns:a="http://schemas.openxmlformats.org/drawingml/2006/main">
            <a:off x="10020300" y="1847850"/>
            <a:ext cx="1962150" cy="0"/>
          </a:xfrm>
          <a:prstGeom xmlns:a="http://schemas.openxmlformats.org/drawingml/2006/main" prst="line">
            <a:avLst/>
          </a:prstGeom>
          <a:noFill xmlns:a="http://schemas.openxmlformats.org/drawingml/2006/main"/>
          <a:ln xmlns:a="http://schemas.openxmlformats.org/drawingml/2006/main" w="9525">
            <a:solidFill>
              <a:srgbClr val="5B7F70"/>
            </a:solidFill>
            <a:prstDash val="solid"/>
          </a:ln>
        </p:spPr>
        <p:txBody>
          <a:bodyPr xmlns:a="http://schemas.openxmlformats.org/drawingml/2006/main"/>
          <a:lstStyle xmlns:a="http://schemas.openxmlformats.org/drawingml/2006/main"/>
          <a:p xmlns:a="http://schemas.openxmlformats.org/drawingml/2006/main">
            <a:endParaRPr/>
          </a:p>
        </p:txBody>
      </p:sp>
      <p:pic>
        <p:nvPicPr>
          <p:cNvPr id="230" name="Picture 198"/>
          <p:cNvPicPr>
            <a:picLocks xmlns:a="http://schemas.openxmlformats.org/drawingml/2006/main" noChangeAspect="1"/>
          </p:cNvPicPr>
          <p:nvPr/>
        </p:nvPicPr>
        <p:blipFill>
          <a:blip xmlns:r="http://schemas.openxmlformats.org/officeDocument/2006/relationships" xmlns:a="http://schemas.openxmlformats.org/drawingml/2006/main" r:embed="R0b7118261ff4448b"/>
          <a:stretch xmlns:a="http://schemas.openxmlformats.org/drawingml/2006/main"/>
        </p:blipFill>
        <p:spPr>
          <a:xfrm xmlns:a="http://schemas.openxmlformats.org/drawingml/2006/main">
            <a:off x="10039350" y="2061976"/>
            <a:ext cx="466725" cy="457574"/>
          </a:xfrm>
          <a:prstGeom xmlns:a="http://schemas.openxmlformats.org/drawingml/2006/main" prst="rect">
            <a:avLst/>
          </a:prstGeom>
        </p:spPr>
      </p:pic>
      <p:sp>
        <p:nvSpPr>
          <p:cNvPr id="88" name="Rectangle 87">
            <a:extLst xmlns:a="http://schemas.openxmlformats.org/drawingml/2006/main">
              <a:ext uri="{FF2B5EF4-FFF2-40B4-BE49-F238E27FC236}">
                <a16:creationId xmlns:a16="http://schemas.microsoft.com/office/drawing/2014/main" id="{46478480-5C09-4C44-88F0-2D8DF1ABFDD0}"/>
              </a:ext>
            </a:extLst>
          </p:cNvPr>
          <p:cNvSpPr>
            <a:spLocks xmlns:a="http://schemas.openxmlformats.org/drawingml/2006/main" noGrp="1"/>
          </p:cNvSpPr>
          <p:nvPr/>
        </p:nvSpPr>
        <p:spPr>
          <a:xfrm xmlns:a="http://schemas.openxmlformats.org/drawingml/2006/main">
            <a:off x="10553700" y="2076450"/>
            <a:ext cx="1352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On-demand capacity</a:t>
            </a:r>
          </a:p>
        </p:txBody>
      </p:sp>
      <p:sp>
        <p:nvSpPr>
          <p:cNvPr id="89" name="Rectangle 88">
            <a:extLst xmlns:a="http://schemas.openxmlformats.org/drawingml/2006/main">
              <a:ext uri="{FF2B5EF4-FFF2-40B4-BE49-F238E27FC236}">
                <a16:creationId xmlns:a16="http://schemas.microsoft.com/office/drawing/2014/main" id="{39B7B1A7-0648-4376-8204-67776E38B00B}"/>
              </a:ext>
            </a:extLst>
          </p:cNvPr>
          <p:cNvSpPr>
            <a:spLocks xmlns:a="http://schemas.openxmlformats.org/drawingml/2006/main" noGrp="1"/>
          </p:cNvSpPr>
          <p:nvPr/>
        </p:nvSpPr>
        <p:spPr>
          <a:xfrm xmlns:a="http://schemas.openxmlformats.org/drawingml/2006/main">
            <a:off x="10553700" y="22860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Add resources as needed.</a:t>
            </a:r>
          </a:p>
        </p:txBody>
      </p:sp>
      <p:sp>
        <p:nvSpPr>
          <p:cNvPr id="90" name="Straight Connector 89">
            <a:extLst xmlns:a="http://schemas.openxmlformats.org/drawingml/2006/main">
              <a:ext uri="{FF2B5EF4-FFF2-40B4-BE49-F238E27FC236}">
                <a16:creationId xmlns:a16="http://schemas.microsoft.com/office/drawing/2014/main" id="{96857599-FA87-4340-9114-E0FEE6D8214E}"/>
              </a:ext>
            </a:extLst>
          </p:cNvPr>
          <p:cNvSpPr>
            <a:spLocks xmlns:a="http://schemas.openxmlformats.org/drawingml/2006/main" noGrp="1"/>
          </p:cNvSpPr>
          <p:nvPr/>
        </p:nvSpPr>
        <p:spPr>
          <a:xfrm xmlns:a="http://schemas.openxmlformats.org/drawingml/2006/main">
            <a:off x="10039350" y="265747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34" name="Picture 202"/>
          <p:cNvPicPr>
            <a:picLocks xmlns:a="http://schemas.openxmlformats.org/drawingml/2006/main" noChangeAspect="1"/>
          </p:cNvPicPr>
          <p:nvPr/>
        </p:nvPicPr>
        <p:blipFill>
          <a:blip xmlns:r="http://schemas.openxmlformats.org/officeDocument/2006/relationships" xmlns:a="http://schemas.openxmlformats.org/drawingml/2006/main" r:embed="R605c15d7be0f4183"/>
          <a:stretch xmlns:a="http://schemas.openxmlformats.org/drawingml/2006/main"/>
        </p:blipFill>
        <p:spPr>
          <a:xfrm xmlns:a="http://schemas.openxmlformats.org/drawingml/2006/main">
            <a:off x="10043838" y="2819400"/>
            <a:ext cx="457750" cy="466725"/>
          </a:xfrm>
          <a:prstGeom xmlns:a="http://schemas.openxmlformats.org/drawingml/2006/main" prst="rect">
            <a:avLst/>
          </a:prstGeom>
        </p:spPr>
      </p:pic>
      <p:sp>
        <p:nvSpPr>
          <p:cNvPr id="92" name="Rectangle 91">
            <a:extLst xmlns:a="http://schemas.openxmlformats.org/drawingml/2006/main">
              <a:ext uri="{FF2B5EF4-FFF2-40B4-BE49-F238E27FC236}">
                <a16:creationId xmlns:a16="http://schemas.microsoft.com/office/drawing/2014/main" id="{91887D52-2486-4F8D-B5D0-7FABDCF572CC}"/>
              </a:ext>
            </a:extLst>
          </p:cNvPr>
          <p:cNvSpPr>
            <a:spLocks xmlns:a="http://schemas.openxmlformats.org/drawingml/2006/main" noGrp="1"/>
          </p:cNvSpPr>
          <p:nvPr/>
        </p:nvSpPr>
        <p:spPr>
          <a:xfrm xmlns:a="http://schemas.openxmlformats.org/drawingml/2006/main">
            <a:off x="10553700" y="283845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No additional</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data center hardware</a:t>
            </a:r>
          </a:p>
        </p:txBody>
      </p:sp>
      <p:sp>
        <p:nvSpPr>
          <p:cNvPr id="93" name="Rectangle 92">
            <a:extLst xmlns:a="http://schemas.openxmlformats.org/drawingml/2006/main">
              <a:ext uri="{FF2B5EF4-FFF2-40B4-BE49-F238E27FC236}">
                <a16:creationId xmlns:a16="http://schemas.microsoft.com/office/drawing/2014/main" id="{C409B384-733F-455B-AD45-714D77F61953}"/>
              </a:ext>
            </a:extLst>
          </p:cNvPr>
          <p:cNvSpPr>
            <a:spLocks xmlns:a="http://schemas.openxmlformats.org/drawingml/2006/main" noGrp="1"/>
          </p:cNvSpPr>
          <p:nvPr/>
        </p:nvSpPr>
        <p:spPr>
          <a:xfrm xmlns:a="http://schemas.openxmlformats.org/drawingml/2006/main">
            <a:off x="10553700" y="32194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Avoid upfront capital investment.</a:t>
            </a:r>
          </a:p>
        </p:txBody>
      </p:sp>
      <p:sp>
        <p:nvSpPr>
          <p:cNvPr id="94" name="Straight Connector 93">
            <a:extLst xmlns:a="http://schemas.openxmlformats.org/drawingml/2006/main">
              <a:ext uri="{FF2B5EF4-FFF2-40B4-BE49-F238E27FC236}">
                <a16:creationId xmlns:a16="http://schemas.microsoft.com/office/drawing/2014/main" id="{9F45CE58-7082-441F-AB11-465F5306C7DB}"/>
              </a:ext>
            </a:extLst>
          </p:cNvPr>
          <p:cNvSpPr>
            <a:spLocks xmlns:a="http://schemas.openxmlformats.org/drawingml/2006/main" noGrp="1"/>
          </p:cNvSpPr>
          <p:nvPr/>
        </p:nvSpPr>
        <p:spPr>
          <a:xfrm xmlns:a="http://schemas.openxmlformats.org/drawingml/2006/main">
            <a:off x="10039350" y="341947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38" name="Picture 206"/>
          <p:cNvPicPr>
            <a:picLocks xmlns:a="http://schemas.openxmlformats.org/drawingml/2006/main" noChangeAspect="1"/>
          </p:cNvPicPr>
          <p:nvPr/>
        </p:nvPicPr>
        <p:blipFill>
          <a:blip xmlns:r="http://schemas.openxmlformats.org/officeDocument/2006/relationships" xmlns:a="http://schemas.openxmlformats.org/drawingml/2006/main" r:embed="R5b41cb317bfb40a0"/>
          <a:stretch xmlns:a="http://schemas.openxmlformats.org/drawingml/2006/main"/>
        </p:blipFill>
        <p:spPr>
          <a:xfrm xmlns:a="http://schemas.openxmlformats.org/drawingml/2006/main">
            <a:off x="10039350" y="3600450"/>
            <a:ext cx="466725" cy="466725"/>
          </a:xfrm>
          <a:prstGeom xmlns:a="http://schemas.openxmlformats.org/drawingml/2006/main" prst="rect">
            <a:avLst/>
          </a:prstGeom>
        </p:spPr>
      </p:pic>
      <p:sp>
        <p:nvSpPr>
          <p:cNvPr id="96" name="Rectangle 95">
            <a:extLst xmlns:a="http://schemas.openxmlformats.org/drawingml/2006/main">
              <a:ext uri="{FF2B5EF4-FFF2-40B4-BE49-F238E27FC236}">
                <a16:creationId xmlns:a16="http://schemas.microsoft.com/office/drawing/2014/main" id="{9094161B-6339-43C1-9671-7E6FFCF0E4BB}"/>
              </a:ext>
            </a:extLst>
          </p:cNvPr>
          <p:cNvSpPr>
            <a:spLocks xmlns:a="http://schemas.openxmlformats.org/drawingml/2006/main" noGrp="1"/>
          </p:cNvSpPr>
          <p:nvPr/>
        </p:nvSpPr>
        <p:spPr>
          <a:xfrm xmlns:a="http://schemas.openxmlformats.org/drawingml/2006/main">
            <a:off x="10553700" y="361950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Consistent VMware</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operations</a:t>
            </a:r>
          </a:p>
        </p:txBody>
      </p:sp>
      <p:sp>
        <p:nvSpPr>
          <p:cNvPr id="97" name="Rectangle 96">
            <a:extLst xmlns:a="http://schemas.openxmlformats.org/drawingml/2006/main">
              <a:ext uri="{FF2B5EF4-FFF2-40B4-BE49-F238E27FC236}">
                <a16:creationId xmlns:a16="http://schemas.microsoft.com/office/drawing/2014/main" id="{7E1BA557-9BB9-41B3-B8A0-F332E8A6A4D5}"/>
              </a:ext>
            </a:extLst>
          </p:cNvPr>
          <p:cNvSpPr>
            <a:spLocks xmlns:a="http://schemas.openxmlformats.org/drawingml/2006/main" noGrp="1"/>
          </p:cNvSpPr>
          <p:nvPr/>
        </p:nvSpPr>
        <p:spPr>
          <a:xfrm xmlns:a="http://schemas.openxmlformats.org/drawingml/2006/main">
            <a:off x="10553700" y="40005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Use the same tools and skills.</a:t>
            </a:r>
          </a:p>
        </p:txBody>
      </p:sp>
      <p:sp>
        <p:nvSpPr>
          <p:cNvPr id="98" name="Straight Connector 97">
            <a:extLst xmlns:a="http://schemas.openxmlformats.org/drawingml/2006/main">
              <a:ext uri="{FF2B5EF4-FFF2-40B4-BE49-F238E27FC236}">
                <a16:creationId xmlns:a16="http://schemas.microsoft.com/office/drawing/2014/main" id="{C8DD2F73-9CCB-4B70-9DD0-3BD907F80131}"/>
              </a:ext>
            </a:extLst>
          </p:cNvPr>
          <p:cNvSpPr>
            <a:spLocks xmlns:a="http://schemas.openxmlformats.org/drawingml/2006/main" noGrp="1"/>
          </p:cNvSpPr>
          <p:nvPr/>
        </p:nvSpPr>
        <p:spPr>
          <a:xfrm xmlns:a="http://schemas.openxmlformats.org/drawingml/2006/main">
            <a:off x="10039350" y="420052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2" name="Picture 210"/>
          <p:cNvPicPr>
            <a:picLocks xmlns:a="http://schemas.openxmlformats.org/drawingml/2006/main" noChangeAspect="1"/>
          </p:cNvPicPr>
          <p:nvPr/>
        </p:nvPicPr>
        <p:blipFill>
          <a:blip xmlns:r="http://schemas.openxmlformats.org/officeDocument/2006/relationships" xmlns:a="http://schemas.openxmlformats.org/drawingml/2006/main" r:embed="R7bb8eda4de994543"/>
          <a:stretch xmlns:a="http://schemas.openxmlformats.org/drawingml/2006/main"/>
        </p:blipFill>
        <p:spPr>
          <a:xfrm xmlns:a="http://schemas.openxmlformats.org/drawingml/2006/main">
            <a:off x="10039350" y="4381500"/>
            <a:ext cx="466725" cy="466725"/>
          </a:xfrm>
          <a:prstGeom xmlns:a="http://schemas.openxmlformats.org/drawingml/2006/main" prst="rect">
            <a:avLst/>
          </a:prstGeom>
        </p:spPr>
      </p:pic>
      <p:sp>
        <p:nvSpPr>
          <p:cNvPr id="100" name="Rectangle 99">
            <a:extLst xmlns:a="http://schemas.openxmlformats.org/drawingml/2006/main">
              <a:ext uri="{FF2B5EF4-FFF2-40B4-BE49-F238E27FC236}">
                <a16:creationId xmlns:a16="http://schemas.microsoft.com/office/drawing/2014/main" id="{C27593F3-05CA-4049-BED6-9A3F339B0037}"/>
              </a:ext>
            </a:extLst>
          </p:cNvPr>
          <p:cNvSpPr>
            <a:spLocks xmlns:a="http://schemas.openxmlformats.org/drawingml/2006/main" noGrp="1"/>
          </p:cNvSpPr>
          <p:nvPr/>
        </p:nvSpPr>
        <p:spPr>
          <a:xfrm xmlns:a="http://schemas.openxmlformats.org/drawingml/2006/main">
            <a:off x="10553700" y="4400550"/>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Scale up and down</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as needed</a:t>
            </a:r>
          </a:p>
        </p:txBody>
      </p:sp>
      <p:sp>
        <p:nvSpPr>
          <p:cNvPr id="101" name="Rectangle 100">
            <a:extLst xmlns:a="http://schemas.openxmlformats.org/drawingml/2006/main">
              <a:ext uri="{FF2B5EF4-FFF2-40B4-BE49-F238E27FC236}">
                <a16:creationId xmlns:a16="http://schemas.microsoft.com/office/drawing/2014/main" id="{2D5C8695-DA9C-400B-9EA2-0FEB6B6D962C}"/>
              </a:ext>
            </a:extLst>
          </p:cNvPr>
          <p:cNvSpPr>
            <a:spLocks xmlns:a="http://schemas.openxmlformats.org/drawingml/2006/main" noGrp="1"/>
          </p:cNvSpPr>
          <p:nvPr/>
        </p:nvSpPr>
        <p:spPr>
          <a:xfrm xmlns:a="http://schemas.openxmlformats.org/drawingml/2006/main">
            <a:off x="10553700" y="47815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Elastic capacity for your business.</a:t>
            </a:r>
          </a:p>
        </p:txBody>
      </p:sp>
      <p:sp>
        <p:nvSpPr>
          <p:cNvPr id="102" name="Straight Connector 101">
            <a:extLst xmlns:a="http://schemas.openxmlformats.org/drawingml/2006/main">
              <a:ext uri="{FF2B5EF4-FFF2-40B4-BE49-F238E27FC236}">
                <a16:creationId xmlns:a16="http://schemas.microsoft.com/office/drawing/2014/main" id="{F81EDEE1-0D52-4F49-819E-E543DBDC003D}"/>
              </a:ext>
            </a:extLst>
          </p:cNvPr>
          <p:cNvSpPr>
            <a:spLocks xmlns:a="http://schemas.openxmlformats.org/drawingml/2006/main" noGrp="1"/>
          </p:cNvSpPr>
          <p:nvPr/>
        </p:nvSpPr>
        <p:spPr>
          <a:xfrm xmlns:a="http://schemas.openxmlformats.org/drawingml/2006/main">
            <a:off x="10039350" y="4981575"/>
            <a:ext cx="1933575"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6" name="Picture 214"/>
          <p:cNvPicPr>
            <a:picLocks xmlns:a="http://schemas.openxmlformats.org/drawingml/2006/main" noChangeAspect="1"/>
          </p:cNvPicPr>
          <p:nvPr/>
        </p:nvPicPr>
        <p:blipFill>
          <a:blip xmlns:r="http://schemas.openxmlformats.org/officeDocument/2006/relationships" xmlns:a="http://schemas.openxmlformats.org/drawingml/2006/main" r:embed="R1c60994a8127478a"/>
          <a:stretch xmlns:a="http://schemas.openxmlformats.org/drawingml/2006/main"/>
        </p:blipFill>
        <p:spPr>
          <a:xfrm xmlns:a="http://schemas.openxmlformats.org/drawingml/2006/main">
            <a:off x="10039350" y="5176563"/>
            <a:ext cx="466725" cy="457750"/>
          </a:xfrm>
          <a:prstGeom xmlns:a="http://schemas.openxmlformats.org/drawingml/2006/main" prst="rect">
            <a:avLst/>
          </a:prstGeom>
        </p:spPr>
      </p:pic>
      <p:sp>
        <p:nvSpPr>
          <p:cNvPr id="104" name="Rectangle 103">
            <a:extLst xmlns:a="http://schemas.openxmlformats.org/drawingml/2006/main">
              <a:ext uri="{FF2B5EF4-FFF2-40B4-BE49-F238E27FC236}">
                <a16:creationId xmlns:a16="http://schemas.microsoft.com/office/drawing/2014/main" id="{AD20CDE3-2498-45E3-9C75-F2A4B69D50B7}"/>
              </a:ext>
            </a:extLst>
          </p:cNvPr>
          <p:cNvSpPr>
            <a:spLocks xmlns:a="http://schemas.openxmlformats.org/drawingml/2006/main" noGrp="1"/>
          </p:cNvSpPr>
          <p:nvPr/>
        </p:nvSpPr>
        <p:spPr>
          <a:xfrm xmlns:a="http://schemas.openxmlformats.org/drawingml/2006/main">
            <a:off x="10553700" y="519112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Faster response</a:t>
            </a:r>
          </a:p>
          <a:p xmlns:a="http://schemas.openxmlformats.org/drawingml/2006/main">
            <a:pPr algn="l">
              <a:lnSpc>
                <a:spcPct val="110000"/>
              </a:lnSpc>
              <a:buNone/>
              <a:defRPr sz="825" b="1" i="0">
                <a:solidFill>
                  <a:srgbClr val="003B25"/>
                </a:solidFill>
                <a:latin typeface="Arial"/>
                <a:ea typeface="Arial"/>
                <a:cs typeface="Arial"/>
              </a:defRPr>
            </a:pPr>
            <a:r>
              <a:rPr sz="825" b="1" i="0">
                <a:solidFill>
                  <a:srgbClr val="003B25"/>
                </a:solidFill>
                <a:latin typeface="Arial"/>
                <a:ea typeface="Arial"/>
                <a:cs typeface="Arial"/>
              </a:rPr>
              <a:t>to business demand</a:t>
            </a:r>
          </a:p>
        </p:txBody>
      </p:sp>
      <p:sp>
        <p:nvSpPr>
          <p:cNvPr id="105" name="Rectangle 104">
            <a:extLst xmlns:a="http://schemas.openxmlformats.org/drawingml/2006/main">
              <a:ext uri="{FF2B5EF4-FFF2-40B4-BE49-F238E27FC236}">
                <a16:creationId xmlns:a16="http://schemas.microsoft.com/office/drawing/2014/main" id="{0410A441-8A6B-46D5-A884-16D17C1A4025}"/>
              </a:ext>
            </a:extLst>
          </p:cNvPr>
          <p:cNvSpPr>
            <a:spLocks xmlns:a="http://schemas.openxmlformats.org/drawingml/2006/main" noGrp="1"/>
          </p:cNvSpPr>
          <p:nvPr/>
        </p:nvSpPr>
        <p:spPr>
          <a:xfrm xmlns:a="http://schemas.openxmlformats.org/drawingml/2006/main">
            <a:off x="10553700" y="557212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0000"/>
              </a:lnSpc>
              <a:buNone/>
              <a:defRPr sz="713" b="0" i="0">
                <a:solidFill>
                  <a:srgbClr val="111111"/>
                </a:solidFill>
                <a:latin typeface="Arial"/>
                <a:ea typeface="Arial"/>
                <a:cs typeface="Arial"/>
              </a:defRPr>
            </a:pPr>
            <a:r>
              <a:rPr sz="713" b="0" i="0">
                <a:solidFill>
                  <a:srgbClr val="111111"/>
                </a:solidFill>
                <a:latin typeface="Arial"/>
                <a:ea typeface="Arial"/>
                <a:cs typeface="Arial"/>
              </a:rPr>
              <a:t>Reduce time to deliver capacity.</a:t>
            </a:r>
          </a:p>
        </p:txBody>
      </p:sp>
      <p:sp>
        <p:nvSpPr>
          <p:cNvPr id="106" name="Rounded Rectangle 105">
            <a:extLst xmlns:a="http://schemas.openxmlformats.org/drawingml/2006/main">
              <a:ext uri="{FF2B5EF4-FFF2-40B4-BE49-F238E27FC236}">
                <a16:creationId xmlns:a16="http://schemas.microsoft.com/office/drawing/2014/main" id="{24DD45FC-41F5-4049-BD6A-1CBA17DDFB5A}"/>
              </a:ext>
            </a:extLst>
          </p:cNvPr>
          <p:cNvSpPr>
            <a:spLocks xmlns:a="http://schemas.openxmlformats.org/drawingml/2006/main" noGrp="1"/>
          </p:cNvSpPr>
          <p:nvPr/>
        </p:nvSpPr>
        <p:spPr>
          <a:xfrm xmlns:a="http://schemas.openxmlformats.org/drawingml/2006/main">
            <a:off x="323850" y="5895975"/>
            <a:ext cx="9715500" cy="590550"/>
          </a:xfrm>
          <a:prstGeom xmlns:a="http://schemas.openxmlformats.org/drawingml/2006/main" prst="roundRect">
            <a:avLst>
              <a:gd name="adj" fmla="val 11290"/>
            </a:avLst>
          </a:prstGeom>
          <a:gradFill xmlns:a="http://schemas.openxmlformats.org/drawingml/2006/main">
            <a:gsLst>
              <a:gs pos="0">
                <a:srgbClr val="003B25"/>
              </a:gs>
              <a:gs pos="100000">
                <a:srgbClr val="06482D"/>
              </a:gs>
            </a:gsLst>
            <a:lin ang="5400000"/>
          </a:gra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50" name="Picture 218"/>
          <p:cNvPicPr>
            <a:picLocks xmlns:a="http://schemas.openxmlformats.org/drawingml/2006/main" noChangeAspect="1"/>
          </p:cNvPicPr>
          <p:nvPr/>
        </p:nvPicPr>
        <p:blipFill>
          <a:blip xmlns:r="http://schemas.openxmlformats.org/officeDocument/2006/relationships" xmlns:a="http://schemas.openxmlformats.org/drawingml/2006/main" r:embed="Rede744a90b424336"/>
          <a:stretch xmlns:a="http://schemas.openxmlformats.org/drawingml/2006/main"/>
        </p:blipFill>
        <p:spPr>
          <a:xfrm xmlns:a="http://schemas.openxmlformats.org/drawingml/2006/main">
            <a:off x="537152" y="5953125"/>
            <a:ext cx="487795" cy="495300"/>
          </a:xfrm>
          <a:prstGeom xmlns:a="http://schemas.openxmlformats.org/drawingml/2006/main" prst="rect">
            <a:avLst/>
          </a:prstGeom>
        </p:spPr>
      </p:pic>
      <p:sp>
        <p:nvSpPr>
          <p:cNvPr id="108" name="Rectangle 107">
            <a:extLst xmlns:a="http://schemas.openxmlformats.org/drawingml/2006/main">
              <a:ext uri="{FF2B5EF4-FFF2-40B4-BE49-F238E27FC236}">
                <a16:creationId xmlns:a16="http://schemas.microsoft.com/office/drawing/2014/main" id="{244064FF-3FC5-4E96-B6EB-3F0B5192B5DD}"/>
              </a:ext>
            </a:extLst>
          </p:cNvPr>
          <p:cNvSpPr>
            <a:spLocks xmlns:a="http://schemas.openxmlformats.org/drawingml/2006/main" noGrp="1"/>
          </p:cNvSpPr>
          <p:nvPr/>
        </p:nvSpPr>
        <p:spPr>
          <a:xfrm xmlns:a="http://schemas.openxmlformats.org/drawingml/2006/main">
            <a:off x="1247775" y="6124575"/>
            <a:ext cx="862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Expand capacity when needed while preserving the VMware tools, processes, and skills your teams already know.</a:t>
            </a:r>
          </a:p>
        </p:txBody>
      </p:sp>
      <p:sp>
        <p:nvSpPr>
          <p:cNvPr id="109" name="Rectangle 108">
            <a:extLst xmlns:a="http://schemas.openxmlformats.org/drawingml/2006/main">
              <a:ext uri="{FF2B5EF4-FFF2-40B4-BE49-F238E27FC236}">
                <a16:creationId xmlns:a16="http://schemas.microsoft.com/office/drawing/2014/main" id="{CF34C701-E041-4ADC-B78D-C9A7ED7C5CAF}"/>
              </a:ext>
            </a:extLst>
          </p:cNvPr>
          <p:cNvSpPr>
            <a:spLocks xmlns:a="http://schemas.openxmlformats.org/drawingml/2006/main" noGrp="1"/>
          </p:cNvSpPr>
          <p:nvPr/>
        </p:nvSpPr>
        <p:spPr>
          <a:xfrm xmlns:a="http://schemas.openxmlformats.org/drawingml/2006/main">
            <a:off x="304800" y="6638925"/>
            <a:ext cx="142875"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666666"/>
                </a:solidFill>
                <a:latin typeface="Arial"/>
                <a:ea typeface="Arial"/>
                <a:cs typeface="Arial"/>
              </a:defRPr>
            </a:pPr>
            <a:r>
              <a:rPr sz="675" b="0" i="0">
                <a:solidFill>
                  <a:srgbClr val="666666"/>
                </a:solidFill>
                <a:latin typeface="Arial"/>
                <a:ea typeface="Arial"/>
                <a:cs typeface="Arial"/>
              </a:rPr>
              <a:t>1</a:t>
            </a:r>
          </a:p>
        </p:txBody>
      </p:sp>
      <p:sp>
        <p:nvSpPr>
          <p:cNvPr id="110" name="Rectangle 109">
            <a:extLst xmlns:a="http://schemas.openxmlformats.org/drawingml/2006/main">
              <a:ext uri="{FF2B5EF4-FFF2-40B4-BE49-F238E27FC236}">
                <a16:creationId xmlns:a16="http://schemas.microsoft.com/office/drawing/2014/main" id="{115D0D49-EC68-4DF9-A931-4CDFEEEAC475}"/>
              </a:ext>
            </a:extLst>
          </p:cNvPr>
          <p:cNvSpPr>
            <a:spLocks xmlns:a="http://schemas.openxmlformats.org/drawingml/2006/main" noGrp="1"/>
          </p:cNvSpPr>
          <p:nvPr/>
        </p:nvSpPr>
        <p:spPr>
          <a:xfrm xmlns:a="http://schemas.openxmlformats.org/drawingml/2006/main">
            <a:off x="466725" y="6638925"/>
            <a:ext cx="2286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666666"/>
                </a:solidFill>
                <a:latin typeface="Arial"/>
                <a:ea typeface="Arial"/>
                <a:cs typeface="Arial"/>
              </a:defRPr>
            </a:pPr>
            <a:r>
              <a:rPr sz="675" b="0" i="0">
                <a:solidFill>
                  <a:srgbClr val="666666"/>
                </a:solidFill>
                <a:latin typeface="Arial"/>
                <a:ea typeface="Arial"/>
                <a:cs typeface="Arial"/>
              </a:rPr>
              <a:t>Copyright © 2026, Oracle and/or its affiliates.</a:t>
            </a:r>
          </a:p>
        </p:txBody>
      </p:sp>
      <p:sp>
        <p:nvSpPr>
          <p:cNvPr id="111" name="Straight Connector 110">
            <a:extLst xmlns:a="http://schemas.openxmlformats.org/drawingml/2006/main">
              <a:ext uri="{FF2B5EF4-FFF2-40B4-BE49-F238E27FC236}">
                <a16:creationId xmlns:a16="http://schemas.microsoft.com/office/drawing/2014/main" id="{F62EBB7D-1585-4951-BCFE-80EDD5784EC6}"/>
              </a:ext>
            </a:extLst>
          </p:cNvPr>
          <p:cNvSpPr>
            <a:spLocks xmlns:a="http://schemas.openxmlformats.org/drawingml/2006/main" noGrp="1"/>
          </p:cNvSpPr>
          <p:nvPr/>
        </p:nvSpPr>
        <p:spPr>
          <a:xfrm xmlns:a="http://schemas.openxmlformats.org/drawingml/2006/main">
            <a:off x="2571750" y="6629400"/>
            <a:ext cx="0" cy="133350"/>
          </a:xfrm>
          <a:prstGeom xmlns:a="http://schemas.openxmlformats.org/drawingml/2006/main" prst="line">
            <a:avLst/>
          </a:prstGeom>
          <a:noFill xmlns:a="http://schemas.openxmlformats.org/drawingml/2006/main"/>
          <a:ln xmlns:a="http://schemas.openxmlformats.org/drawingml/2006/main" w="9525">
            <a:solidFill>
              <a:srgbClr val="999999"/>
            </a:solidFill>
            <a:prstDash val="solid"/>
          </a:ln>
        </p:spPr>
        <p:txBody>
          <a:bodyPr xmlns:a="http://schemas.openxmlformats.org/drawingml/2006/main"/>
          <a:lstStyle xmlns:a="http://schemas.openxmlformats.org/drawingml/2006/main"/>
          <a:p xmlns:a="http://schemas.openxmlformats.org/drawingml/2006/main">
            <a:endParaRPr/>
          </a:p>
        </p:txBody>
      </p:sp>
      <p:sp>
        <p:nvSpPr>
          <p:cNvPr id="112" name="Rectangle 111">
            <a:extLst xmlns:a="http://schemas.openxmlformats.org/drawingml/2006/main">
              <a:ext uri="{FF2B5EF4-FFF2-40B4-BE49-F238E27FC236}">
                <a16:creationId xmlns:a16="http://schemas.microsoft.com/office/drawing/2014/main" id="{7311359F-0454-4729-8716-E601574CA280}"/>
              </a:ext>
            </a:extLst>
          </p:cNvPr>
          <p:cNvSpPr>
            <a:spLocks xmlns:a="http://schemas.openxmlformats.org/drawingml/2006/main" noGrp="1"/>
          </p:cNvSpPr>
          <p:nvPr/>
        </p:nvSpPr>
        <p:spPr>
          <a:xfrm xmlns:a="http://schemas.openxmlformats.org/drawingml/2006/main">
            <a:off x="2762250" y="6638925"/>
            <a:ext cx="31432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E60000"/>
                </a:solidFill>
                <a:latin typeface="Arial"/>
                <a:ea typeface="Arial"/>
                <a:cs typeface="Arial"/>
              </a:defRPr>
            </a:pPr>
            <a:r>
              <a:rPr sz="675" b="0" i="0">
                <a:solidFill>
                  <a:srgbClr val="E60000"/>
                </a:solidFill>
                <a:latin typeface="Arial"/>
                <a:ea typeface="Arial"/>
                <a:cs typeface="Arial"/>
              </a:rPr>
              <a:t>Confidential: Internal/Restricted/Highly Restricted</a:t>
            </a:r>
          </a:p>
        </p:txBody>
      </p:sp>
    </p:spTree>
    <p:extLst>
      <p:ext uri="{BB962C8B-B14F-4D97-AF65-F5344CB8AC3E}">
        <p14:creationId xmlns:p14="http://schemas.microsoft.com/office/powerpoint/2010/main" val="1415061555"/>
      </p:ext>
    </p:extLst>
  </p:cSld>
</p:sld>
</file>

<file path=ppt/slides/slide3.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75" name="Oval 74">
            <a:extLst xmlns:a="http://schemas.openxmlformats.org/drawingml/2006/main">
              <a:ext uri="{FF2B5EF4-FFF2-40B4-BE49-F238E27FC236}">
                <a16:creationId xmlns:a16="http://schemas.microsoft.com/office/drawing/2014/main" id="{21F0DC85-8080-41CB-9F08-90BF24F47782}"/>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2F83E7F2-4739-496D-AEA1-9C7E9AF7442A}"/>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0365660-F790-4395-BCCA-A1B5A74443CB}"/>
              </a:ext>
            </a:extLst>
          </p:cNvPr>
          <p:cNvSpPr>
            <a:spLocks xmlns:a="http://schemas.openxmlformats.org/drawingml/2006/main" noGrp="1"/>
          </p:cNvSpPr>
          <p:nvPr/>
        </p:nvSpPr>
        <p:spPr>
          <a:xfrm xmlns:a="http://schemas.openxmlformats.org/drawingml/2006/main">
            <a:off x="5638800" y="933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9375D8DC-CA5F-40B0-B7BF-056CF93CA4C9}"/>
              </a:ext>
            </a:extLst>
          </p:cNvPr>
          <p:cNvSpPr>
            <a:spLocks xmlns:a="http://schemas.openxmlformats.org/drawingml/2006/main" noGrp="1"/>
          </p:cNvSpPr>
          <p:nvPr/>
        </p:nvSpPr>
        <p:spPr>
          <a:xfrm xmlns:a="http://schemas.openxmlformats.org/drawingml/2006/main">
            <a:off x="5810250" y="55245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B4636DC-97BE-46CA-BEB6-6BF5B65A7B74}"/>
              </a:ext>
            </a:extLst>
          </p:cNvPr>
          <p:cNvSpPr>
            <a:spLocks xmlns:a="http://schemas.openxmlformats.org/drawingml/2006/main" noGrp="1"/>
          </p:cNvSpPr>
          <p:nvPr/>
        </p:nvSpPr>
        <p:spPr>
          <a:xfrm xmlns:a="http://schemas.openxmlformats.org/drawingml/2006/main">
            <a:off x="4505325" y="981075"/>
            <a:ext cx="57150" cy="5715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67805AE-F6C9-426B-897E-D76835211245}"/>
              </a:ext>
            </a:extLst>
          </p:cNvPr>
          <p:cNvSpPr>
            <a:spLocks xmlns:a="http://schemas.openxmlformats.org/drawingml/2006/main" noGrp="1"/>
          </p:cNvSpPr>
          <p:nvPr/>
        </p:nvSpPr>
        <p:spPr>
          <a:xfrm xmlns:a="http://schemas.openxmlformats.org/drawingml/2006/main">
            <a:off x="5705475" y="9906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71CAA8A-0646-4E30-A41C-31D47C1744F5}"/>
              </a:ext>
            </a:extLst>
          </p:cNvPr>
          <p:cNvSpPr>
            <a:spLocks xmlns:a="http://schemas.openxmlformats.org/drawingml/2006/main" noGrp="1"/>
          </p:cNvSpPr>
          <p:nvPr/>
        </p:nvSpPr>
        <p:spPr>
          <a:xfrm xmlns:a="http://schemas.openxmlformats.org/drawingml/2006/main">
            <a:off x="6096000" y="11620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004BEBF-6AFB-4C2C-929C-BF89C0BEE4CC}"/>
              </a:ext>
            </a:extLst>
          </p:cNvPr>
          <p:cNvSpPr>
            <a:spLocks xmlns:a="http://schemas.openxmlformats.org/drawingml/2006/main" noGrp="1"/>
          </p:cNvSpPr>
          <p:nvPr/>
        </p:nvSpPr>
        <p:spPr>
          <a:xfrm xmlns:a="http://schemas.openxmlformats.org/drawingml/2006/main">
            <a:off x="6753225" y="13049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71687F6-47A9-4150-89D4-7D270B8B3DC6}"/>
              </a:ext>
            </a:extLst>
          </p:cNvPr>
          <p:cNvSpPr>
            <a:spLocks xmlns:a="http://schemas.openxmlformats.org/drawingml/2006/main" noGrp="1"/>
          </p:cNvSpPr>
          <p:nvPr/>
        </p:nvSpPr>
        <p:spPr>
          <a:xfrm xmlns:a="http://schemas.openxmlformats.org/drawingml/2006/main">
            <a:off x="7239000" y="381000"/>
            <a:ext cx="66675" cy="666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DB11DC-8AE3-4708-B895-9DCF02DCCDCD}"/>
              </a:ext>
            </a:extLst>
          </p:cNvPr>
          <p:cNvSpPr>
            <a:spLocks xmlns:a="http://schemas.openxmlformats.org/drawingml/2006/main" noGrp="1"/>
          </p:cNvSpPr>
          <p:nvPr/>
        </p:nvSpPr>
        <p:spPr>
          <a:xfrm xmlns:a="http://schemas.openxmlformats.org/drawingml/2006/main">
            <a:off x="8839200" y="79057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170C531-2321-40E2-8044-BC5E8CA5BB58}"/>
              </a:ext>
            </a:extLst>
          </p:cNvPr>
          <p:cNvSpPr>
            <a:spLocks xmlns:a="http://schemas.openxmlformats.org/drawingml/2006/main" noGrp="1"/>
          </p:cNvSpPr>
          <p:nvPr/>
        </p:nvSpPr>
        <p:spPr>
          <a:xfrm xmlns:a="http://schemas.openxmlformats.org/drawingml/2006/main">
            <a:off x="9048750" y="14954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A4DA6F0-0E7F-4975-91FC-B8833E1EF25E}"/>
              </a:ext>
            </a:extLst>
          </p:cNvPr>
          <p:cNvSpPr>
            <a:spLocks xmlns:a="http://schemas.openxmlformats.org/drawingml/2006/main" noGrp="1"/>
          </p:cNvSpPr>
          <p:nvPr/>
        </p:nvSpPr>
        <p:spPr>
          <a:xfrm xmlns:a="http://schemas.openxmlformats.org/drawingml/2006/main">
            <a:off x="9239250" y="16478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30D3E989-E565-43CA-B47B-51F6E2E6D5A5}"/>
              </a:ext>
            </a:extLst>
          </p:cNvPr>
          <p:cNvSpPr>
            <a:spLocks xmlns:a="http://schemas.openxmlformats.org/drawingml/2006/main" noGrp="1"/>
          </p:cNvSpPr>
          <p:nvPr/>
        </p:nvSpPr>
        <p:spPr>
          <a:xfrm xmlns:a="http://schemas.openxmlformats.org/drawingml/2006/main">
            <a:off x="9944100" y="2076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90AC5F6-AD11-4372-9904-82389EC0DDD8}"/>
              </a:ext>
            </a:extLst>
          </p:cNvPr>
          <p:cNvSpPr>
            <a:spLocks xmlns:a="http://schemas.openxmlformats.org/drawingml/2006/main" noGrp="1"/>
          </p:cNvSpPr>
          <p:nvPr/>
        </p:nvSpPr>
        <p:spPr>
          <a:xfrm xmlns:a="http://schemas.openxmlformats.org/drawingml/2006/main">
            <a:off x="11258550" y="22860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B52B2D8-D6B9-4D4D-B2A5-2C8D8AA80805}"/>
              </a:ext>
            </a:extLst>
          </p:cNvPr>
          <p:cNvSpPr>
            <a:spLocks xmlns:a="http://schemas.openxmlformats.org/drawingml/2006/main" noGrp="1"/>
          </p:cNvSpPr>
          <p:nvPr/>
        </p:nvSpPr>
        <p:spPr>
          <a:xfrm xmlns:a="http://schemas.openxmlformats.org/drawingml/2006/main">
            <a:off x="11306175" y="466725"/>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69CE3ABD-20CA-492A-A395-49E29EFAB399}"/>
              </a:ext>
            </a:extLst>
          </p:cNvPr>
          <p:cNvSpPr>
            <a:spLocks xmlns:a="http://schemas.openxmlformats.org/drawingml/2006/main" noGrp="1"/>
          </p:cNvSpPr>
          <p:nvPr/>
        </p:nvSpPr>
        <p:spPr>
          <a:xfrm xmlns:a="http://schemas.openxmlformats.org/drawingml/2006/main">
            <a:off x="11811000" y="7239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88F33C5-401C-4533-ABE2-633CA7C878A6}"/>
              </a:ext>
            </a:extLst>
          </p:cNvPr>
          <p:cNvSpPr>
            <a:spLocks xmlns:a="http://schemas.openxmlformats.org/drawingml/2006/main" noGrp="1"/>
          </p:cNvSpPr>
          <p:nvPr/>
        </p:nvSpPr>
        <p:spPr>
          <a:xfrm xmlns:a="http://schemas.openxmlformats.org/drawingml/2006/main">
            <a:off x="11991975" y="118110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1912CAD-A491-40CB-BE59-97E8CE401F65}"/>
              </a:ext>
            </a:extLst>
          </p:cNvPr>
          <p:cNvSpPr>
            <a:spLocks xmlns:a="http://schemas.openxmlformats.org/drawingml/2006/main" noGrp="1"/>
          </p:cNvSpPr>
          <p:nvPr/>
        </p:nvSpPr>
        <p:spPr>
          <a:xfrm xmlns:a="http://schemas.openxmlformats.org/drawingml/2006/main">
            <a:off x="0" y="3028950"/>
            <a:ext cx="1381125" cy="1219200"/>
          </a:xfrm>
          <a:prstGeom xmlns:a="http://schemas.openxmlformats.org/drawingml/2006/main" prst="ellipse">
            <a:avLst/>
          </a:prstGeom>
          <a:solidFill xmlns:a="http://schemas.openxmlformats.org/drawingml/2006/main">
            <a:srgbClr val="F5F8F6"/>
          </a:solidFill>
          <a:ln xmlns:a="http://schemas.openxmlformats.org/drawingml/2006/main" w="9525">
            <a:solidFill>
              <a:srgbClr val="E3E8E5"/>
            </a:solidFill>
            <a:prstDash val="dot"/>
          </a:ln>
        </p:spPr>
        <p:txBody>
          <a:bodyPr xmlns:a="http://schemas.openxmlformats.org/drawingml/2006/main"/>
          <a:lstStyle xmlns:a="http://schemas.openxmlformats.org/drawingml/2006/main"/>
          <a:p xmlns:a="http://schemas.openxmlformats.org/drawingml/2006/main">
            <a:endParaRPr/>
          </a:p>
        </p:txBody>
      </p:sp>
      <p:pic>
        <p:nvPicPr>
          <p:cNvPr id="107" name="Picture 93"/>
          <p:cNvPicPr>
            <a:picLocks xmlns:a="http://schemas.openxmlformats.org/drawingml/2006/main" noChangeAspect="1"/>
          </p:cNvPicPr>
          <p:nvPr/>
        </p:nvPicPr>
        <p:blipFill>
          <a:blip xmlns:r="http://schemas.openxmlformats.org/officeDocument/2006/relationships" xmlns:a="http://schemas.openxmlformats.org/drawingml/2006/main" r:embed="Rcf4efb71668146fe"/>
          <a:stretch xmlns:a="http://schemas.openxmlformats.org/drawingml/2006/main"/>
        </p:blipFill>
        <p:spPr>
          <a:xfrm xmlns:a="http://schemas.openxmlformats.org/drawingml/2006/main">
            <a:off x="426149" y="276225"/>
            <a:ext cx="1824228" cy="542925"/>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C287F6CF-5BDC-4BBA-BB60-B25AA48793ED}"/>
              </a:ext>
            </a:extLst>
          </p:cNvPr>
          <p:cNvSpPr>
            <a:spLocks xmlns:a="http://schemas.openxmlformats.org/drawingml/2006/main" noGrp="1"/>
          </p:cNvSpPr>
          <p:nvPr/>
        </p:nvSpPr>
        <p:spPr>
          <a:xfrm xmlns:a="http://schemas.openxmlformats.org/drawingml/2006/main">
            <a:off x="400050" y="111818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Current Environment</a:t>
            </a:r>
          </a:p>
        </p:txBody>
      </p:sp>
      <p:sp>
        <p:nvSpPr>
          <p:cNvPr id="22" name="Rectangle 21">
            <a:extLst xmlns:a="http://schemas.openxmlformats.org/drawingml/2006/main">
              <a:ext uri="{FF2B5EF4-FFF2-40B4-BE49-F238E27FC236}">
                <a16:creationId xmlns:a16="http://schemas.microsoft.com/office/drawing/2014/main" id="{7181C17D-13DF-4692-BC64-FC2AD05459C9}"/>
              </a:ext>
            </a:extLst>
          </p:cNvPr>
          <p:cNvSpPr>
            <a:spLocks xmlns:a="http://schemas.openxmlformats.org/drawingml/2006/main" noGrp="1"/>
          </p:cNvSpPr>
          <p:nvPr/>
        </p:nvSpPr>
        <p:spPr>
          <a:xfrm xmlns:a="http://schemas.openxmlformats.org/drawingml/2006/main">
            <a:off x="400050" y="1704975"/>
            <a:ext cx="37147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CF1157D8-7FA6-44EE-9ABA-8C1B2D76EB92}"/>
              </a:ext>
            </a:extLst>
          </p:cNvPr>
          <p:cNvSpPr>
            <a:spLocks xmlns:a="http://schemas.openxmlformats.org/drawingml/2006/main" noGrp="1"/>
          </p:cNvSpPr>
          <p:nvPr/>
        </p:nvSpPr>
        <p:spPr>
          <a:xfrm xmlns:a="http://schemas.openxmlformats.org/drawingml/2006/main">
            <a:off x="400050" y="1885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xmlns:a="http://schemas.openxmlformats.org/drawingml/2006/main">
              <a:ext uri="{FF2B5EF4-FFF2-40B4-BE49-F238E27FC236}">
                <a16:creationId xmlns:a16="http://schemas.microsoft.com/office/drawing/2014/main" id="{7742F759-7FA3-4F04-BD5F-BC22AB94CD82}"/>
              </a:ext>
            </a:extLst>
          </p:cNvPr>
          <p:cNvSpPr>
            <a:spLocks xmlns:a="http://schemas.openxmlformats.org/drawingml/2006/main" noGrp="1"/>
          </p:cNvSpPr>
          <p:nvPr/>
        </p:nvSpPr>
        <p:spPr>
          <a:xfrm xmlns:a="http://schemas.openxmlformats.org/drawingml/2006/main">
            <a:off x="400050" y="2181225"/>
            <a:ext cx="11334750" cy="2152650"/>
          </a:xfrm>
          <a:prstGeom xmlns:a="http://schemas.openxmlformats.org/drawingml/2006/main" prst="roundRect">
            <a:avLst>
              <a:gd name="adj" fmla="val 3097"/>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B404DBE3-517A-4268-99D5-24CDE97D5A55}"/>
              </a:ext>
            </a:extLst>
          </p:cNvPr>
          <p:cNvSpPr>
            <a:spLocks xmlns:a="http://schemas.openxmlformats.org/drawingml/2006/main" noGrp="1"/>
          </p:cNvSpPr>
          <p:nvPr/>
        </p:nvSpPr>
        <p:spPr>
          <a:xfrm xmlns:a="http://schemas.openxmlformats.org/drawingml/2006/main">
            <a:off x="400050" y="2181225"/>
            <a:ext cx="11334750" cy="419100"/>
          </a:xfrm>
          <a:prstGeom xmlns:a="http://schemas.openxmlformats.org/drawingml/2006/main" prst="roundRect">
            <a:avLst>
              <a:gd name="adj" fmla="val 15909"/>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149E187-8D0C-45BD-B937-45018F857AE1}"/>
              </a:ext>
            </a:extLst>
          </p:cNvPr>
          <p:cNvSpPr>
            <a:spLocks xmlns:a="http://schemas.openxmlformats.org/drawingml/2006/main" noGrp="1"/>
          </p:cNvSpPr>
          <p:nvPr/>
        </p:nvSpPr>
        <p:spPr>
          <a:xfrm xmlns:a="http://schemas.openxmlformats.org/drawingml/2006/main">
            <a:off x="400050" y="2514600"/>
            <a:ext cx="11334750" cy="85725"/>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14" name="Picture 100"/>
          <p:cNvPicPr>
            <a:picLocks xmlns:a="http://schemas.openxmlformats.org/drawingml/2006/main" noChangeAspect="1"/>
          </p:cNvPicPr>
          <p:nvPr/>
        </p:nvPicPr>
        <p:blipFill>
          <a:blip xmlns:r="http://schemas.openxmlformats.org/officeDocument/2006/relationships" xmlns:a="http://schemas.openxmlformats.org/drawingml/2006/main" r:embed="R153ed6036ae148c7"/>
          <a:stretch xmlns:a="http://schemas.openxmlformats.org/drawingml/2006/main"/>
        </p:blipFill>
        <p:spPr>
          <a:xfrm xmlns:a="http://schemas.openxmlformats.org/drawingml/2006/main">
            <a:off x="600075" y="2261185"/>
            <a:ext cx="285750" cy="278230"/>
          </a:xfrm>
          <a:prstGeom xmlns:a="http://schemas.openxmlformats.org/drawingml/2006/main" prst="rect">
            <a:avLst/>
          </a:prstGeom>
        </p:spPr>
      </p:pic>
      <p:sp>
        <p:nvSpPr>
          <p:cNvPr id="28" name="editable-current-datacenter">
            <a:extLst xmlns:a="http://schemas.openxmlformats.org/drawingml/2006/main">
              <a:ext uri="{FF2B5EF4-FFF2-40B4-BE49-F238E27FC236}">
                <a16:creationId xmlns:a16="http://schemas.microsoft.com/office/drawing/2014/main" id="{1FCDE930-188D-4EA2-8394-918FC60EA432}"/>
              </a:ext>
            </a:extLst>
          </p:cNvPr>
          <p:cNvSpPr>
            <a:spLocks xmlns:a="http://schemas.openxmlformats.org/drawingml/2006/main" noGrp="1"/>
          </p:cNvSpPr>
          <p:nvPr/>
        </p:nvSpPr>
        <p:spPr>
          <a:xfrm xmlns:a="http://schemas.openxmlformats.org/drawingml/2006/main">
            <a:off x="981075" y="2333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xmlns:a="http://schemas.openxmlformats.org/drawingml/2006/main">
              <a:ext uri="{FF2B5EF4-FFF2-40B4-BE49-F238E27FC236}">
                <a16:creationId xmlns:a16="http://schemas.microsoft.com/office/drawing/2014/main" id="{073F4B3D-A689-436F-BCE6-8235406074F8}"/>
              </a:ext>
            </a:extLst>
          </p:cNvPr>
          <p:cNvSpPr>
            <a:spLocks xmlns:a="http://schemas.openxmlformats.org/drawingml/2006/main" noGrp="1"/>
          </p:cNvSpPr>
          <p:nvPr/>
        </p:nvSpPr>
        <p:spPr>
          <a:xfrm xmlns:a="http://schemas.openxmlformats.org/drawingml/2006/main">
            <a:off x="32004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traight Connector 29">
            <a:extLst xmlns:a="http://schemas.openxmlformats.org/drawingml/2006/main">
              <a:ext uri="{FF2B5EF4-FFF2-40B4-BE49-F238E27FC236}">
                <a16:creationId xmlns:a16="http://schemas.microsoft.com/office/drawing/2014/main" id="{FB60119E-4550-4C62-A1C7-2490DD52390F}"/>
              </a:ext>
            </a:extLst>
          </p:cNvPr>
          <p:cNvSpPr>
            <a:spLocks xmlns:a="http://schemas.openxmlformats.org/drawingml/2006/main" noGrp="1"/>
          </p:cNvSpPr>
          <p:nvPr/>
        </p:nvSpPr>
        <p:spPr>
          <a:xfrm xmlns:a="http://schemas.openxmlformats.org/drawingml/2006/main">
            <a:off x="59817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traight Connector 30">
            <a:extLst xmlns:a="http://schemas.openxmlformats.org/drawingml/2006/main">
              <a:ext uri="{FF2B5EF4-FFF2-40B4-BE49-F238E27FC236}">
                <a16:creationId xmlns:a16="http://schemas.microsoft.com/office/drawing/2014/main" id="{635B3C01-9C5E-4AA0-AC7B-F394D0687E36}"/>
              </a:ext>
            </a:extLst>
          </p:cNvPr>
          <p:cNvSpPr>
            <a:spLocks xmlns:a="http://schemas.openxmlformats.org/drawingml/2006/main" noGrp="1"/>
          </p:cNvSpPr>
          <p:nvPr/>
        </p:nvSpPr>
        <p:spPr>
          <a:xfrm xmlns:a="http://schemas.openxmlformats.org/drawingml/2006/main">
            <a:off x="87249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59BC397-1AED-455B-BFE0-6D1460C9CD8C}"/>
              </a:ext>
            </a:extLst>
          </p:cNvPr>
          <p:cNvSpPr>
            <a:spLocks xmlns:a="http://schemas.openxmlformats.org/drawingml/2006/main" noGrp="1"/>
          </p:cNvSpPr>
          <p:nvPr/>
        </p:nvSpPr>
        <p:spPr>
          <a:xfrm xmlns:a="http://schemas.openxmlformats.org/drawingml/2006/main">
            <a:off x="11715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editable-current-vms">
            <a:extLst xmlns:a="http://schemas.openxmlformats.org/drawingml/2006/main">
              <a:ext uri="{FF2B5EF4-FFF2-40B4-BE49-F238E27FC236}">
                <a16:creationId xmlns:a16="http://schemas.microsoft.com/office/drawing/2014/main" id="{127C50D5-D813-45E0-8A65-C431BD0456FE}"/>
              </a:ext>
            </a:extLst>
          </p:cNvPr>
          <p:cNvSpPr>
            <a:spLocks xmlns:a="http://schemas.openxmlformats.org/drawingml/2006/main" noGrp="1"/>
          </p:cNvSpPr>
          <p:nvPr/>
        </p:nvSpPr>
        <p:spPr>
          <a:xfrm xmlns:a="http://schemas.openxmlformats.org/drawingml/2006/main">
            <a:off x="11715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21" name="Picture 107"/>
          <p:cNvPicPr>
            <a:picLocks xmlns:a="http://schemas.openxmlformats.org/drawingml/2006/main" noChangeAspect="1"/>
          </p:cNvPicPr>
          <p:nvPr/>
        </p:nvPicPr>
        <p:blipFill>
          <a:blip xmlns:r="http://schemas.openxmlformats.org/officeDocument/2006/relationships" xmlns:a="http://schemas.openxmlformats.org/drawingml/2006/main" r:embed="R40eb007f0e8d459f"/>
          <a:stretch xmlns:a="http://schemas.openxmlformats.org/drawingml/2006/main"/>
        </p:blipFill>
        <p:spPr>
          <a:xfrm xmlns:a="http://schemas.openxmlformats.org/drawingml/2006/main">
            <a:off x="1590675" y="2781300"/>
            <a:ext cx="495300" cy="4953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CCA77633-015F-457C-984D-6673C096DB92}"/>
              </a:ext>
            </a:extLst>
          </p:cNvPr>
          <p:cNvSpPr>
            <a:spLocks xmlns:a="http://schemas.openxmlformats.org/drawingml/2006/main" noGrp="1"/>
          </p:cNvSpPr>
          <p:nvPr/>
        </p:nvSpPr>
        <p:spPr>
          <a:xfrm xmlns:a="http://schemas.openxmlformats.org/drawingml/2006/main">
            <a:off x="39528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editable-current-vcpus">
            <a:extLst xmlns:a="http://schemas.openxmlformats.org/drawingml/2006/main">
              <a:ext uri="{FF2B5EF4-FFF2-40B4-BE49-F238E27FC236}">
                <a16:creationId xmlns:a16="http://schemas.microsoft.com/office/drawing/2014/main" id="{D3349B43-D610-4795-98E9-37BED54D9ECE}"/>
              </a:ext>
            </a:extLst>
          </p:cNvPr>
          <p:cNvSpPr>
            <a:spLocks xmlns:a="http://schemas.openxmlformats.org/drawingml/2006/main" noGrp="1"/>
          </p:cNvSpPr>
          <p:nvPr/>
        </p:nvSpPr>
        <p:spPr>
          <a:xfrm xmlns:a="http://schemas.openxmlformats.org/drawingml/2006/main">
            <a:off x="39528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24" name="Picture 110"/>
          <p:cNvPicPr>
            <a:picLocks xmlns:a="http://schemas.openxmlformats.org/drawingml/2006/main" noChangeAspect="1"/>
          </p:cNvPicPr>
          <p:nvPr/>
        </p:nvPicPr>
        <p:blipFill>
          <a:blip xmlns:r="http://schemas.openxmlformats.org/officeDocument/2006/relationships" xmlns:a="http://schemas.openxmlformats.org/drawingml/2006/main" r:embed="Ra4de77af8be2450f"/>
          <a:stretch xmlns:a="http://schemas.openxmlformats.org/drawingml/2006/main"/>
        </p:blipFill>
        <p:spPr>
          <a:xfrm xmlns:a="http://schemas.openxmlformats.org/drawingml/2006/main">
            <a:off x="4371975" y="2781300"/>
            <a:ext cx="495300" cy="495300"/>
          </a:xfrm>
          <a:prstGeom xmlns:a="http://schemas.openxmlformats.org/drawingml/2006/main" prst="rect">
            <a:avLst/>
          </a:prstGeom>
        </p:spPr>
      </p:pic>
      <p:sp>
        <p:nvSpPr>
          <p:cNvPr id="38" name="Rectangle 37">
            <a:extLst xmlns:a="http://schemas.openxmlformats.org/drawingml/2006/main">
              <a:ext uri="{FF2B5EF4-FFF2-40B4-BE49-F238E27FC236}">
                <a16:creationId xmlns:a16="http://schemas.microsoft.com/office/drawing/2014/main" id="{52A61E4A-8FF4-4FA2-BD1B-74AD7A47DE93}"/>
              </a:ext>
            </a:extLst>
          </p:cNvPr>
          <p:cNvSpPr>
            <a:spLocks xmlns:a="http://schemas.openxmlformats.org/drawingml/2006/main" noGrp="1"/>
          </p:cNvSpPr>
          <p:nvPr/>
        </p:nvSpPr>
        <p:spPr>
          <a:xfrm xmlns:a="http://schemas.openxmlformats.org/drawingml/2006/main">
            <a:off x="66960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editable-current-vram">
            <a:extLst xmlns:a="http://schemas.openxmlformats.org/drawingml/2006/main">
              <a:ext uri="{FF2B5EF4-FFF2-40B4-BE49-F238E27FC236}">
                <a16:creationId xmlns:a16="http://schemas.microsoft.com/office/drawing/2014/main" id="{90A624D4-C31B-42AE-A588-376259BB8A49}"/>
              </a:ext>
            </a:extLst>
          </p:cNvPr>
          <p:cNvSpPr>
            <a:spLocks xmlns:a="http://schemas.openxmlformats.org/drawingml/2006/main" noGrp="1"/>
          </p:cNvSpPr>
          <p:nvPr/>
        </p:nvSpPr>
        <p:spPr>
          <a:xfrm xmlns:a="http://schemas.openxmlformats.org/drawingml/2006/main">
            <a:off x="66960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27" name="Picture 113"/>
          <p:cNvPicPr>
            <a:picLocks xmlns:a="http://schemas.openxmlformats.org/drawingml/2006/main" noChangeAspect="1"/>
          </p:cNvPicPr>
          <p:nvPr/>
        </p:nvPicPr>
        <p:blipFill>
          <a:blip xmlns:r="http://schemas.openxmlformats.org/officeDocument/2006/relationships" xmlns:a="http://schemas.openxmlformats.org/drawingml/2006/main" r:embed="Rc6c293f6721842fa"/>
          <a:stretch xmlns:a="http://schemas.openxmlformats.org/drawingml/2006/main"/>
        </p:blipFill>
        <p:spPr>
          <a:xfrm xmlns:a="http://schemas.openxmlformats.org/drawingml/2006/main">
            <a:off x="7115175" y="2781300"/>
            <a:ext cx="495300" cy="49530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F1EB62F-0498-4D60-9534-8F4AE5E5A7C5}"/>
              </a:ext>
            </a:extLst>
          </p:cNvPr>
          <p:cNvSpPr>
            <a:spLocks xmlns:a="http://schemas.openxmlformats.org/drawingml/2006/main" noGrp="1"/>
          </p:cNvSpPr>
          <p:nvPr/>
        </p:nvSpPr>
        <p:spPr>
          <a:xfrm xmlns:a="http://schemas.openxmlformats.org/drawingml/2006/main">
            <a:off x="9448800"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editable-current-storage">
            <a:extLst xmlns:a="http://schemas.openxmlformats.org/drawingml/2006/main">
              <a:ext uri="{FF2B5EF4-FFF2-40B4-BE49-F238E27FC236}">
                <a16:creationId xmlns:a16="http://schemas.microsoft.com/office/drawing/2014/main" id="{84830E81-2535-4FE2-8239-D8779C43C1A8}"/>
              </a:ext>
            </a:extLst>
          </p:cNvPr>
          <p:cNvSpPr>
            <a:spLocks xmlns:a="http://schemas.openxmlformats.org/drawingml/2006/main" noGrp="1"/>
          </p:cNvSpPr>
          <p:nvPr/>
        </p:nvSpPr>
        <p:spPr>
          <a:xfrm xmlns:a="http://schemas.openxmlformats.org/drawingml/2006/main">
            <a:off x="9448800"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30" name="Picture 116"/>
          <p:cNvPicPr>
            <a:picLocks xmlns:a="http://schemas.openxmlformats.org/drawingml/2006/main" noChangeAspect="1"/>
          </p:cNvPicPr>
          <p:nvPr/>
        </p:nvPicPr>
        <p:blipFill>
          <a:blip xmlns:r="http://schemas.openxmlformats.org/officeDocument/2006/relationships" xmlns:a="http://schemas.openxmlformats.org/drawingml/2006/main" r:embed="R369a6999103f4592"/>
          <a:stretch xmlns:a="http://schemas.openxmlformats.org/drawingml/2006/main"/>
        </p:blipFill>
        <p:spPr>
          <a:xfrm xmlns:a="http://schemas.openxmlformats.org/drawingml/2006/main">
            <a:off x="9867900" y="2781300"/>
            <a:ext cx="495300" cy="495300"/>
          </a:xfrm>
          <a:prstGeom xmlns:a="http://schemas.openxmlformats.org/drawingml/2006/main" prst="rect">
            <a:avLst/>
          </a:prstGeom>
        </p:spPr>
      </p:pic>
      <p:sp>
        <p:nvSpPr>
          <p:cNvPr id="44" name="editable-current-powered-on">
            <a:extLst xmlns:a="http://schemas.openxmlformats.org/drawingml/2006/main">
              <a:ext uri="{FF2B5EF4-FFF2-40B4-BE49-F238E27FC236}">
                <a16:creationId xmlns:a16="http://schemas.microsoft.com/office/drawing/2014/main" id="{40B2A91E-AAE2-4FEB-AD52-D18E23D0EC0B}"/>
              </a:ext>
            </a:extLst>
          </p:cNvPr>
          <p:cNvSpPr>
            <a:spLocks xmlns:a="http://schemas.openxmlformats.org/drawingml/2006/main" noGrp="1"/>
          </p:cNvSpPr>
          <p:nvPr/>
        </p:nvSpPr>
        <p:spPr>
          <a:xfrm xmlns:a="http://schemas.openxmlformats.org/drawingml/2006/main">
            <a:off x="1323975" y="38766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xmlns:a="http://schemas.openxmlformats.org/drawingml/2006/main">
              <a:ext uri="{FF2B5EF4-FFF2-40B4-BE49-F238E27FC236}">
                <a16:creationId xmlns:a16="http://schemas.microsoft.com/office/drawing/2014/main" id="{277AB89B-0977-4880-A97D-D7648C371A3B}"/>
              </a:ext>
            </a:extLst>
          </p:cNvPr>
          <p:cNvSpPr>
            <a:spLocks xmlns:a="http://schemas.openxmlformats.org/drawingml/2006/main" noGrp="1"/>
          </p:cNvSpPr>
          <p:nvPr/>
        </p:nvSpPr>
        <p:spPr>
          <a:xfrm xmlns:a="http://schemas.openxmlformats.org/drawingml/2006/main">
            <a:off x="1800225" y="3876675"/>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editable-current-powered-off">
            <a:extLst xmlns:a="http://schemas.openxmlformats.org/drawingml/2006/main">
              <a:ext uri="{FF2B5EF4-FFF2-40B4-BE49-F238E27FC236}">
                <a16:creationId xmlns:a16="http://schemas.microsoft.com/office/drawing/2014/main" id="{F7F48385-3BC4-475A-A935-67C101D814FB}"/>
              </a:ext>
            </a:extLst>
          </p:cNvPr>
          <p:cNvSpPr>
            <a:spLocks xmlns:a="http://schemas.openxmlformats.org/drawingml/2006/main" noGrp="1"/>
          </p:cNvSpPr>
          <p:nvPr/>
        </p:nvSpPr>
        <p:spPr>
          <a:xfrm xmlns:a="http://schemas.openxmlformats.org/drawingml/2006/main">
            <a:off x="1323975" y="40671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xmlns:a="http://schemas.openxmlformats.org/drawingml/2006/main">
              <a:ext uri="{FF2B5EF4-FFF2-40B4-BE49-F238E27FC236}">
                <a16:creationId xmlns:a16="http://schemas.microsoft.com/office/drawing/2014/main" id="{4F72CCE0-CF33-447A-9A99-12F0DB96E23B}"/>
              </a:ext>
            </a:extLst>
          </p:cNvPr>
          <p:cNvSpPr>
            <a:spLocks xmlns:a="http://schemas.openxmlformats.org/drawingml/2006/main" noGrp="1"/>
          </p:cNvSpPr>
          <p:nvPr/>
        </p:nvSpPr>
        <p:spPr>
          <a:xfrm xmlns:a="http://schemas.openxmlformats.org/drawingml/2006/main">
            <a:off x="1800225" y="40671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xmlns:a="http://schemas.openxmlformats.org/drawingml/2006/main">
              <a:ext uri="{FF2B5EF4-FFF2-40B4-BE49-F238E27FC236}">
                <a16:creationId xmlns:a16="http://schemas.microsoft.com/office/drawing/2014/main" id="{298F7E7A-D055-437F-B62D-B044692E6F88}"/>
              </a:ext>
            </a:extLst>
          </p:cNvPr>
          <p:cNvSpPr>
            <a:spLocks xmlns:a="http://schemas.openxmlformats.org/drawingml/2006/main" noGrp="1"/>
          </p:cNvSpPr>
          <p:nvPr/>
        </p:nvSpPr>
        <p:spPr>
          <a:xfrm xmlns:a="http://schemas.openxmlformats.org/drawingml/2006/main">
            <a:off x="400050" y="4486275"/>
            <a:ext cx="11334750" cy="1009650"/>
          </a:xfrm>
          <a:prstGeom xmlns:a="http://schemas.openxmlformats.org/drawingml/2006/main" prst="roundRect">
            <a:avLst>
              <a:gd name="adj" fmla="val 6604"/>
            </a:avLst>
          </a:prstGeom>
          <a:solidFill xmlns:a="http://schemas.openxmlformats.org/drawingml/2006/main">
            <a:srgbClr val="F3F7F5"/>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F92C2AB9-B877-4DDB-BCDD-C92BBFD94A50}"/>
              </a:ext>
            </a:extLst>
          </p:cNvPr>
          <p:cNvSpPr>
            <a:spLocks xmlns:a="http://schemas.openxmlformats.org/drawingml/2006/main" noGrp="1"/>
          </p:cNvSpPr>
          <p:nvPr/>
        </p:nvSpPr>
        <p:spPr>
          <a:xfrm xmlns:a="http://schemas.openxmlformats.org/drawingml/2006/main">
            <a:off x="400050" y="4486275"/>
            <a:ext cx="1819275" cy="1009650"/>
          </a:xfrm>
          <a:prstGeom xmlns:a="http://schemas.openxmlformats.org/drawingml/2006/main" prst="roundRect">
            <a:avLst>
              <a:gd name="adj" fmla="val 6604"/>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7D07B68-7D3B-4636-AEC8-6CB4A4FC4595}"/>
              </a:ext>
            </a:extLst>
          </p:cNvPr>
          <p:cNvSpPr>
            <a:spLocks xmlns:a="http://schemas.openxmlformats.org/drawingml/2006/main" noGrp="1"/>
          </p:cNvSpPr>
          <p:nvPr/>
        </p:nvSpPr>
        <p:spPr>
          <a:xfrm xmlns:a="http://schemas.openxmlformats.org/drawingml/2006/main">
            <a:off x="1447800" y="4486275"/>
            <a:ext cx="771525" cy="1009650"/>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8" name="Picture 124"/>
          <p:cNvPicPr>
            <a:picLocks xmlns:a="http://schemas.openxmlformats.org/drawingml/2006/main" noChangeAspect="1"/>
          </p:cNvPicPr>
          <p:nvPr/>
        </p:nvPicPr>
        <p:blipFill>
          <a:blip xmlns:r="http://schemas.openxmlformats.org/officeDocument/2006/relationships" xmlns:a="http://schemas.openxmlformats.org/drawingml/2006/main" r:embed="Rb7c08901c41d4de7"/>
          <a:stretch xmlns:a="http://schemas.openxmlformats.org/drawingml/2006/main"/>
        </p:blipFill>
        <p:spPr>
          <a:xfrm xmlns:a="http://schemas.openxmlformats.org/drawingml/2006/main">
            <a:off x="1076325" y="4671030"/>
            <a:ext cx="476250" cy="468690"/>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135EB0C-DEDC-471B-8F07-A8F41F1E2D6A}"/>
              </a:ext>
            </a:extLst>
          </p:cNvPr>
          <p:cNvSpPr>
            <a:spLocks xmlns:a="http://schemas.openxmlformats.org/drawingml/2006/main" noGrp="1"/>
          </p:cNvSpPr>
          <p:nvPr/>
        </p:nvSpPr>
        <p:spPr>
          <a:xfrm xmlns:a="http://schemas.openxmlformats.org/drawingml/2006/main">
            <a:off x="666750" y="5162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Total Environment</a:t>
            </a:r>
          </a:p>
        </p:txBody>
      </p:sp>
      <p:sp>
        <p:nvSpPr>
          <p:cNvPr id="53" name="Straight Connector 52">
            <a:extLst xmlns:a="http://schemas.openxmlformats.org/drawingml/2006/main">
              <a:ext uri="{FF2B5EF4-FFF2-40B4-BE49-F238E27FC236}">
                <a16:creationId xmlns:a16="http://schemas.microsoft.com/office/drawing/2014/main" id="{6A04919F-C898-4046-9165-502C7FD7BAF0}"/>
              </a:ext>
            </a:extLst>
          </p:cNvPr>
          <p:cNvSpPr>
            <a:spLocks xmlns:a="http://schemas.openxmlformats.org/drawingml/2006/main" noGrp="1"/>
          </p:cNvSpPr>
          <p:nvPr/>
        </p:nvSpPr>
        <p:spPr>
          <a:xfrm xmlns:a="http://schemas.openxmlformats.org/drawingml/2006/main">
            <a:off x="46863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traight Connector 53">
            <a:extLst xmlns:a="http://schemas.openxmlformats.org/drawingml/2006/main">
              <a:ext uri="{FF2B5EF4-FFF2-40B4-BE49-F238E27FC236}">
                <a16:creationId xmlns:a16="http://schemas.microsoft.com/office/drawing/2014/main" id="{279DB36C-681C-4FD2-A588-9A4BF85211F2}"/>
              </a:ext>
            </a:extLst>
          </p:cNvPr>
          <p:cNvSpPr>
            <a:spLocks xmlns:a="http://schemas.openxmlformats.org/drawingml/2006/main" noGrp="1"/>
          </p:cNvSpPr>
          <p:nvPr/>
        </p:nvSpPr>
        <p:spPr>
          <a:xfrm xmlns:a="http://schemas.openxmlformats.org/drawingml/2006/main">
            <a:off x="702945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Straight Connector 54">
            <a:extLst xmlns:a="http://schemas.openxmlformats.org/drawingml/2006/main">
              <a:ext uri="{FF2B5EF4-FFF2-40B4-BE49-F238E27FC236}">
                <a16:creationId xmlns:a16="http://schemas.microsoft.com/office/drawing/2014/main" id="{C8F92710-B721-4F19-B1ED-A9D5B1B54C85}"/>
              </a:ext>
            </a:extLst>
          </p:cNvPr>
          <p:cNvSpPr>
            <a:spLocks xmlns:a="http://schemas.openxmlformats.org/drawingml/2006/main" noGrp="1"/>
          </p:cNvSpPr>
          <p:nvPr/>
        </p:nvSpPr>
        <p:spPr>
          <a:xfrm xmlns:a="http://schemas.openxmlformats.org/drawingml/2006/main">
            <a:off x="94869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347AE0DB-5FC1-4C08-A3B9-5D2E17AF0014}"/>
              </a:ext>
            </a:extLst>
          </p:cNvPr>
          <p:cNvSpPr>
            <a:spLocks xmlns:a="http://schemas.openxmlformats.org/drawingml/2006/main" noGrp="1"/>
          </p:cNvSpPr>
          <p:nvPr/>
        </p:nvSpPr>
        <p:spPr>
          <a:xfrm xmlns:a="http://schemas.openxmlformats.org/drawingml/2006/main">
            <a:off x="33432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editable-total-vms">
            <a:extLst xmlns:a="http://schemas.openxmlformats.org/drawingml/2006/main">
              <a:ext uri="{FF2B5EF4-FFF2-40B4-BE49-F238E27FC236}">
                <a16:creationId xmlns:a16="http://schemas.microsoft.com/office/drawing/2014/main" id="{51D8B33B-988C-462B-91B7-386F22B8BCA6}"/>
              </a:ext>
            </a:extLst>
          </p:cNvPr>
          <p:cNvSpPr>
            <a:spLocks xmlns:a="http://schemas.openxmlformats.org/drawingml/2006/main" noGrp="1"/>
          </p:cNvSpPr>
          <p:nvPr/>
        </p:nvSpPr>
        <p:spPr>
          <a:xfrm xmlns:a="http://schemas.openxmlformats.org/drawingml/2006/main">
            <a:off x="33432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45" name="Picture 131"/>
          <p:cNvPicPr>
            <a:picLocks xmlns:a="http://schemas.openxmlformats.org/drawingml/2006/main" noChangeAspect="1"/>
          </p:cNvPicPr>
          <p:nvPr/>
        </p:nvPicPr>
        <p:blipFill>
          <a:blip xmlns:r="http://schemas.openxmlformats.org/officeDocument/2006/relationships" xmlns:a="http://schemas.openxmlformats.org/drawingml/2006/main" r:embed="Rb07e715d036a4ab0"/>
          <a:stretch xmlns:a="http://schemas.openxmlformats.org/drawingml/2006/main"/>
        </p:blipFill>
        <p:spPr>
          <a:xfrm xmlns:a="http://schemas.openxmlformats.org/drawingml/2006/main">
            <a:off x="2887742" y="4905375"/>
            <a:ext cx="396716" cy="323850"/>
          </a:xfrm>
          <a:prstGeom xmlns:a="http://schemas.openxmlformats.org/drawingml/2006/main" prst="rect">
            <a:avLst/>
          </a:prstGeom>
        </p:spPr>
      </p:pic>
      <p:sp>
        <p:nvSpPr>
          <p:cNvPr id="59" name="editable-total-powered-on">
            <a:extLst xmlns:a="http://schemas.openxmlformats.org/drawingml/2006/main">
              <a:ext uri="{FF2B5EF4-FFF2-40B4-BE49-F238E27FC236}">
                <a16:creationId xmlns:a16="http://schemas.microsoft.com/office/drawing/2014/main" id="{8DF81488-E310-4D2F-9D0F-A65D6E2C5976}"/>
              </a:ext>
            </a:extLst>
          </p:cNvPr>
          <p:cNvSpPr>
            <a:spLocks xmlns:a="http://schemas.openxmlformats.org/drawingml/2006/main" noGrp="1"/>
          </p:cNvSpPr>
          <p:nvPr/>
        </p:nvSpPr>
        <p:spPr>
          <a:xfrm xmlns:a="http://schemas.openxmlformats.org/drawingml/2006/main">
            <a:off x="3286125" y="5229225"/>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editable-total-powered-off">
            <a:extLst xmlns:a="http://schemas.openxmlformats.org/drawingml/2006/main">
              <a:ext uri="{FF2B5EF4-FFF2-40B4-BE49-F238E27FC236}">
                <a16:creationId xmlns:a16="http://schemas.microsoft.com/office/drawing/2014/main" id="{51FD95D0-64F2-4723-B4EF-3731265C852D}"/>
              </a:ext>
            </a:extLst>
          </p:cNvPr>
          <p:cNvSpPr>
            <a:spLocks xmlns:a="http://schemas.openxmlformats.org/drawingml/2006/main" noGrp="1"/>
          </p:cNvSpPr>
          <p:nvPr/>
        </p:nvSpPr>
        <p:spPr>
          <a:xfrm xmlns:a="http://schemas.openxmlformats.org/drawingml/2006/main">
            <a:off x="3286125" y="5391150"/>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xmlns:a="http://schemas.openxmlformats.org/drawingml/2006/main">
              <a:ext uri="{FF2B5EF4-FFF2-40B4-BE49-F238E27FC236}">
                <a16:creationId xmlns:a16="http://schemas.microsoft.com/office/drawing/2014/main" id="{9F4CC3CC-C30D-4DD3-B648-2B2F6B76145C}"/>
              </a:ext>
            </a:extLst>
          </p:cNvPr>
          <p:cNvSpPr>
            <a:spLocks xmlns:a="http://schemas.openxmlformats.org/drawingml/2006/main" noGrp="1"/>
          </p:cNvSpPr>
          <p:nvPr/>
        </p:nvSpPr>
        <p:spPr>
          <a:xfrm xmlns:a="http://schemas.openxmlformats.org/drawingml/2006/main">
            <a:off x="57435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editable-total-vcpus">
            <a:extLst xmlns:a="http://schemas.openxmlformats.org/drawingml/2006/main">
              <a:ext uri="{FF2B5EF4-FFF2-40B4-BE49-F238E27FC236}">
                <a16:creationId xmlns:a16="http://schemas.microsoft.com/office/drawing/2014/main" id="{E325BBAA-CE89-47A2-A7F4-5A715EE06FCB}"/>
              </a:ext>
            </a:extLst>
          </p:cNvPr>
          <p:cNvSpPr>
            <a:spLocks xmlns:a="http://schemas.openxmlformats.org/drawingml/2006/main" noGrp="1"/>
          </p:cNvSpPr>
          <p:nvPr/>
        </p:nvSpPr>
        <p:spPr>
          <a:xfrm xmlns:a="http://schemas.openxmlformats.org/drawingml/2006/main">
            <a:off x="57435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50" name="Picture 136"/>
          <p:cNvPicPr>
            <a:picLocks xmlns:a="http://schemas.openxmlformats.org/drawingml/2006/main" noChangeAspect="1"/>
          </p:cNvPicPr>
          <p:nvPr/>
        </p:nvPicPr>
        <p:blipFill>
          <a:blip xmlns:r="http://schemas.openxmlformats.org/officeDocument/2006/relationships" xmlns:a="http://schemas.openxmlformats.org/drawingml/2006/main" r:embed="Rb87030ca55404567"/>
          <a:stretch xmlns:a="http://schemas.openxmlformats.org/drawingml/2006/main"/>
        </p:blipFill>
        <p:spPr>
          <a:xfrm xmlns:a="http://schemas.openxmlformats.org/drawingml/2006/main">
            <a:off x="5190898" y="4905375"/>
            <a:ext cx="362404" cy="3238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E2B940B4-7B6B-4837-992C-0BD50611487D}"/>
              </a:ext>
            </a:extLst>
          </p:cNvPr>
          <p:cNvSpPr>
            <a:spLocks xmlns:a="http://schemas.openxmlformats.org/drawingml/2006/main" noGrp="1"/>
          </p:cNvSpPr>
          <p:nvPr/>
        </p:nvSpPr>
        <p:spPr>
          <a:xfrm xmlns:a="http://schemas.openxmlformats.org/drawingml/2006/main">
            <a:off x="8048625" y="47148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editable-total-vram">
            <a:extLst xmlns:a="http://schemas.openxmlformats.org/drawingml/2006/main">
              <a:ext uri="{FF2B5EF4-FFF2-40B4-BE49-F238E27FC236}">
                <a16:creationId xmlns:a16="http://schemas.microsoft.com/office/drawing/2014/main" id="{56B58190-EEA5-42BC-BCEE-C9F09864DABB}"/>
              </a:ext>
            </a:extLst>
          </p:cNvPr>
          <p:cNvSpPr>
            <a:spLocks xmlns:a="http://schemas.openxmlformats.org/drawingml/2006/main" noGrp="1"/>
          </p:cNvSpPr>
          <p:nvPr/>
        </p:nvSpPr>
        <p:spPr>
          <a:xfrm xmlns:a="http://schemas.openxmlformats.org/drawingml/2006/main">
            <a:off x="8048625" y="4972050"/>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53" name="Picture 139"/>
          <p:cNvPicPr>
            <a:picLocks xmlns:a="http://schemas.openxmlformats.org/drawingml/2006/main" noChangeAspect="1"/>
          </p:cNvPicPr>
          <p:nvPr/>
        </p:nvPicPr>
        <p:blipFill>
          <a:blip xmlns:r="http://schemas.openxmlformats.org/officeDocument/2006/relationships" xmlns:a="http://schemas.openxmlformats.org/drawingml/2006/main" r:embed="R679b1b52c6f04954"/>
          <a:stretch xmlns:a="http://schemas.openxmlformats.org/drawingml/2006/main"/>
        </p:blipFill>
        <p:spPr>
          <a:xfrm xmlns:a="http://schemas.openxmlformats.org/drawingml/2006/main">
            <a:off x="7477125" y="4907280"/>
            <a:ext cx="400050" cy="320040"/>
          </a:xfrm>
          <a:prstGeom xmlns:a="http://schemas.openxmlformats.org/drawingml/2006/main" prst="rect">
            <a:avLst/>
          </a:prstGeom>
        </p:spPr>
      </p:pic>
      <p:sp>
        <p:nvSpPr>
          <p:cNvPr id="67" name="Rectangle 66">
            <a:extLst xmlns:a="http://schemas.openxmlformats.org/drawingml/2006/main">
              <a:ext uri="{FF2B5EF4-FFF2-40B4-BE49-F238E27FC236}">
                <a16:creationId xmlns:a16="http://schemas.microsoft.com/office/drawing/2014/main" id="{BA2E8F4D-19EC-4045-BD00-D33C490582FA}"/>
              </a:ext>
            </a:extLst>
          </p:cNvPr>
          <p:cNvSpPr>
            <a:spLocks xmlns:a="http://schemas.openxmlformats.org/drawingml/2006/main" noGrp="1"/>
          </p:cNvSpPr>
          <p:nvPr/>
        </p:nvSpPr>
        <p:spPr>
          <a:xfrm xmlns:a="http://schemas.openxmlformats.org/drawingml/2006/main">
            <a:off x="10306050" y="4714875"/>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editable-total-storage">
            <a:extLst xmlns:a="http://schemas.openxmlformats.org/drawingml/2006/main">
              <a:ext uri="{FF2B5EF4-FFF2-40B4-BE49-F238E27FC236}">
                <a16:creationId xmlns:a16="http://schemas.microsoft.com/office/drawing/2014/main" id="{53CE7ECC-6CED-4750-B06E-332986EBDB45}"/>
              </a:ext>
            </a:extLst>
          </p:cNvPr>
          <p:cNvSpPr>
            <a:spLocks xmlns:a="http://schemas.openxmlformats.org/drawingml/2006/main" noGrp="1"/>
          </p:cNvSpPr>
          <p:nvPr/>
        </p:nvSpPr>
        <p:spPr>
          <a:xfrm xmlns:a="http://schemas.openxmlformats.org/drawingml/2006/main">
            <a:off x="10306050" y="4972050"/>
            <a:ext cx="1504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56" name="Picture 142"/>
          <p:cNvPicPr>
            <a:picLocks xmlns:a="http://schemas.openxmlformats.org/drawingml/2006/main" noChangeAspect="1"/>
          </p:cNvPicPr>
          <p:nvPr/>
        </p:nvPicPr>
        <p:blipFill>
          <a:blip xmlns:r="http://schemas.openxmlformats.org/officeDocument/2006/relationships" xmlns:a="http://schemas.openxmlformats.org/drawingml/2006/main" r:embed="Rbedf579668034315"/>
          <a:stretch xmlns:a="http://schemas.openxmlformats.org/drawingml/2006/main"/>
        </p:blipFill>
        <p:spPr>
          <a:xfrm xmlns:a="http://schemas.openxmlformats.org/drawingml/2006/main">
            <a:off x="9960531" y="4905375"/>
            <a:ext cx="348139" cy="323850"/>
          </a:xfrm>
          <a:prstGeom xmlns:a="http://schemas.openxmlformats.org/drawingml/2006/main" prst="rect">
            <a:avLst/>
          </a:prstGeom>
        </p:spPr>
      </p:pic>
      <p:sp>
        <p:nvSpPr>
          <p:cNvPr id="70" name="Rounded Rectangle 69">
            <a:extLst xmlns:a="http://schemas.openxmlformats.org/drawingml/2006/main">
              <a:ext uri="{FF2B5EF4-FFF2-40B4-BE49-F238E27FC236}">
                <a16:creationId xmlns:a16="http://schemas.microsoft.com/office/drawing/2014/main" id="{B6E9607F-C2EC-477A-BAF6-C5E067CAF87D}"/>
              </a:ext>
            </a:extLst>
          </p:cNvPr>
          <p:cNvSpPr>
            <a:spLocks xmlns:a="http://schemas.openxmlformats.org/drawingml/2006/main" noGrp="1"/>
          </p:cNvSpPr>
          <p:nvPr/>
        </p:nvSpPr>
        <p:spPr>
          <a:xfrm xmlns:a="http://schemas.openxmlformats.org/drawingml/2006/main">
            <a:off x="400050" y="5734050"/>
            <a:ext cx="113347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8" name="Picture 144"/>
          <p:cNvPicPr>
            <a:picLocks xmlns:a="http://schemas.openxmlformats.org/drawingml/2006/main" noChangeAspect="1"/>
          </p:cNvPicPr>
          <p:nvPr/>
        </p:nvPicPr>
        <p:blipFill>
          <a:blip xmlns:r="http://schemas.openxmlformats.org/officeDocument/2006/relationships" xmlns:a="http://schemas.openxmlformats.org/drawingml/2006/main" r:embed="Rac00f7bc8ae04fd2"/>
          <a:stretch xmlns:a="http://schemas.openxmlformats.org/drawingml/2006/main"/>
        </p:blipFill>
        <p:spPr>
          <a:xfrm xmlns:a="http://schemas.openxmlformats.org/drawingml/2006/main">
            <a:off x="632416" y="5838825"/>
            <a:ext cx="316319" cy="323850"/>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C928459C-9AA2-4970-83C9-66B7F0DEE5BA}"/>
              </a:ext>
            </a:extLst>
          </p:cNvPr>
          <p:cNvSpPr>
            <a:spLocks xmlns:a="http://schemas.openxmlformats.org/drawingml/2006/main" noGrp="1"/>
          </p:cNvSpPr>
          <p:nvPr/>
        </p:nvSpPr>
        <p:spPr>
          <a:xfrm xmlns:a="http://schemas.openxmlformats.org/drawingml/2006/main">
            <a:off x="1085850" y="59340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xmlns:a="http://schemas.openxmlformats.org/drawingml/2006/main">
              <a:ext uri="{FF2B5EF4-FFF2-40B4-BE49-F238E27FC236}">
                <a16:creationId xmlns:a16="http://schemas.microsoft.com/office/drawing/2014/main" id="{B0FDF0E8-75F0-4E20-AB65-98949A664606}"/>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61" name="Picture 147"/>
          <p:cNvPicPr>
            <a:picLocks xmlns:a="http://schemas.openxmlformats.org/drawingml/2006/main" noChangeAspect="1"/>
          </p:cNvPicPr>
          <p:nvPr/>
        </p:nvPicPr>
        <p:blipFill>
          <a:blip xmlns:r="http://schemas.openxmlformats.org/officeDocument/2006/relationships" xmlns:a="http://schemas.openxmlformats.org/drawingml/2006/main" r:embed="Rbd20cff91b084950"/>
          <a:stretch xmlns:a="http://schemas.openxmlformats.org/drawingml/2006/main"/>
        </p:blipFill>
        <p:spPr>
          <a:xfrm xmlns:a="http://schemas.openxmlformats.org/drawingml/2006/main">
            <a:off x="11382375" y="6459855"/>
            <a:ext cx="419100" cy="396240"/>
          </a:xfrm>
          <a:prstGeom xmlns:a="http://schemas.openxmlformats.org/drawingml/2006/main" prst="rect">
            <a:avLst/>
          </a:prstGeom>
        </p:spPr>
      </p:pic>
    </p:spTree>
    <p:extLst>
      <p:ext uri="{BB962C8B-B14F-4D97-AF65-F5344CB8AC3E}">
        <p14:creationId xmlns:p14="http://schemas.microsoft.com/office/powerpoint/2010/main" val="16212224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73A5942D-D23C-45E6-ACE1-2F77352B9317}"/>
              </a:ext>
            </a:extLst>
          </p:cNvPr>
          <p:cNvSpPr>
            <a:spLocks xmlns:a="http://schemas.openxmlformats.org/drawingml/2006/main" noGrp="1"/>
          </p:cNvSpPr>
          <p:nvPr/>
        </p:nvSpPr>
        <p:spPr>
          <a:xfrm xmlns:a="http://schemas.openxmlformats.org/drawingml/2006/main">
            <a:off x="5133975" y="657225"/>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3088BEA-17DF-442D-9BC7-02155DD5C445}"/>
              </a:ext>
            </a:extLst>
          </p:cNvPr>
          <p:cNvSpPr>
            <a:spLocks xmlns:a="http://schemas.openxmlformats.org/drawingml/2006/main" noGrp="1"/>
          </p:cNvSpPr>
          <p:nvPr/>
        </p:nvSpPr>
        <p:spPr>
          <a:xfrm xmlns:a="http://schemas.openxmlformats.org/drawingml/2006/main">
            <a:off x="6181725" y="685800"/>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FF40793F-68B7-4A09-857E-9B1E1E9D9BCF}"/>
              </a:ext>
            </a:extLst>
          </p:cNvPr>
          <p:cNvSpPr>
            <a:spLocks xmlns:a="http://schemas.openxmlformats.org/drawingml/2006/main" noGrp="1"/>
          </p:cNvSpPr>
          <p:nvPr/>
        </p:nvSpPr>
        <p:spPr>
          <a:xfrm xmlns:a="http://schemas.openxmlformats.org/drawingml/2006/main">
            <a:off x="7239000" y="504825"/>
            <a:ext cx="57150" cy="571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74B1F8E-B96D-4B16-B046-787E8702A629}"/>
              </a:ext>
            </a:extLst>
          </p:cNvPr>
          <p:cNvSpPr>
            <a:spLocks xmlns:a="http://schemas.openxmlformats.org/drawingml/2006/main" noGrp="1"/>
          </p:cNvSpPr>
          <p:nvPr/>
        </p:nvSpPr>
        <p:spPr>
          <a:xfrm xmlns:a="http://schemas.openxmlformats.org/drawingml/2006/main">
            <a:off x="11010900" y="1123950"/>
            <a:ext cx="19050" cy="190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ECE320BA-C63B-4BBF-94C5-92BE5192DC61}"/>
              </a:ext>
            </a:extLst>
          </p:cNvPr>
          <p:cNvSpPr>
            <a:spLocks xmlns:a="http://schemas.openxmlformats.org/drawingml/2006/main" noGrp="1"/>
          </p:cNvSpPr>
          <p:nvPr/>
        </p:nvSpPr>
        <p:spPr>
          <a:xfrm xmlns:a="http://schemas.openxmlformats.org/drawingml/2006/main">
            <a:off x="9220200" y="15811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F232F3B-1324-4364-BD60-137FAF1990F8}"/>
              </a:ext>
            </a:extLst>
          </p:cNvPr>
          <p:cNvSpPr>
            <a:spLocks xmlns:a="http://schemas.openxmlformats.org/drawingml/2006/main" noGrp="1"/>
          </p:cNvSpPr>
          <p:nvPr/>
        </p:nvSpPr>
        <p:spPr>
          <a:xfrm xmlns:a="http://schemas.openxmlformats.org/drawingml/2006/main">
            <a:off x="11410950" y="164782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2DA0ADF-18D5-4143-BAFB-C1D4E0322D43}"/>
              </a:ext>
            </a:extLst>
          </p:cNvPr>
          <p:cNvSpPr>
            <a:spLocks xmlns:a="http://schemas.openxmlformats.org/drawingml/2006/main" noGrp="1"/>
          </p:cNvSpPr>
          <p:nvPr/>
        </p:nvSpPr>
        <p:spPr>
          <a:xfrm xmlns:a="http://schemas.openxmlformats.org/drawingml/2006/main">
            <a:off x="9982200" y="300037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EF1F3FD-6495-4F9F-8163-4CEB685C76C1}"/>
              </a:ext>
            </a:extLst>
          </p:cNvPr>
          <p:cNvSpPr>
            <a:spLocks xmlns:a="http://schemas.openxmlformats.org/drawingml/2006/main" noGrp="1"/>
          </p:cNvSpPr>
          <p:nvPr/>
        </p:nvSpPr>
        <p:spPr>
          <a:xfrm xmlns:a="http://schemas.openxmlformats.org/drawingml/2006/main">
            <a:off x="9344025" y="4781550"/>
            <a:ext cx="47625" cy="4762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B3A8DECC-6222-4521-82D5-B349CA05389D}"/>
              </a:ext>
            </a:extLst>
          </p:cNvPr>
          <p:cNvSpPr>
            <a:spLocks xmlns:a="http://schemas.openxmlformats.org/drawingml/2006/main" noGrp="1"/>
          </p:cNvSpPr>
          <p:nvPr/>
        </p:nvSpPr>
        <p:spPr>
          <a:xfrm xmlns:a="http://schemas.openxmlformats.org/drawingml/2006/main">
            <a:off x="11658600" y="58483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0" name="Picture 60"/>
          <p:cNvPicPr>
            <a:picLocks xmlns:a="http://schemas.openxmlformats.org/drawingml/2006/main" noChangeAspect="1"/>
          </p:cNvPicPr>
          <p:nvPr/>
        </p:nvPicPr>
        <p:blipFill>
          <a:blip xmlns:r="http://schemas.openxmlformats.org/officeDocument/2006/relationships" xmlns:a="http://schemas.openxmlformats.org/drawingml/2006/main" r:embed="Re4b7c0b5648f4a10"/>
          <a:stretch xmlns:a="http://schemas.openxmlformats.org/drawingml/2006/main"/>
        </p:blipFill>
        <p:spPr>
          <a:xfrm xmlns:a="http://schemas.openxmlformats.org/drawingml/2006/main">
            <a:off x="361950" y="357187"/>
            <a:ext cx="1927741" cy="600075"/>
          </a:xfrm>
          <a:prstGeom xmlns:a="http://schemas.openxmlformats.org/drawingml/2006/main" prst="rect">
            <a:avLst/>
          </a:prstGeom>
        </p:spPr>
      </p:pic>
      <p:sp>
        <p:nvSpPr>
          <p:cNvPr id="12" name="editable-methodology-title">
            <a:extLst xmlns:a="http://schemas.openxmlformats.org/drawingml/2006/main">
              <a:ext uri="{FF2B5EF4-FFF2-40B4-BE49-F238E27FC236}">
                <a16:creationId xmlns:a16="http://schemas.microsoft.com/office/drawing/2014/main" id="{181FA5E6-65B3-42DA-A23A-AE93E6720CB2}"/>
              </a:ext>
            </a:extLst>
          </p:cNvPr>
          <p:cNvSpPr>
            <a:spLocks xmlns:a="http://schemas.openxmlformats.org/drawingml/2006/main" noGrp="1"/>
          </p:cNvSpPr>
          <p:nvPr/>
        </p:nvSpPr>
        <p:spPr>
          <a:xfrm xmlns:a="http://schemas.openxmlformats.org/drawingml/2006/main">
            <a:off x="361950" y="11334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xmlns:a="http://schemas.openxmlformats.org/drawingml/2006/main">
              <a:ext uri="{FF2B5EF4-FFF2-40B4-BE49-F238E27FC236}">
                <a16:creationId xmlns:a16="http://schemas.microsoft.com/office/drawing/2014/main" id="{B629860D-8183-4AA2-8F53-EEB151589651}"/>
              </a:ext>
            </a:extLst>
          </p:cNvPr>
          <p:cNvSpPr>
            <a:spLocks xmlns:a="http://schemas.openxmlformats.org/drawingml/2006/main" noGrp="1"/>
          </p:cNvSpPr>
          <p:nvPr/>
        </p:nvSpPr>
        <p:spPr>
          <a:xfrm xmlns:a="http://schemas.openxmlformats.org/drawingml/2006/main">
            <a:off x="371475" y="167640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E173982-393B-42AC-A28E-FA0B0948FCC0}"/>
              </a:ext>
            </a:extLst>
          </p:cNvPr>
          <p:cNvSpPr>
            <a:spLocks xmlns:a="http://schemas.openxmlformats.org/drawingml/2006/main" noGrp="1"/>
          </p:cNvSpPr>
          <p:nvPr/>
        </p:nvSpPr>
        <p:spPr>
          <a:xfrm xmlns:a="http://schemas.openxmlformats.org/drawingml/2006/main">
            <a:off x="390525" y="18383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xmlns:a="http://schemas.openxmlformats.org/drawingml/2006/main">
              <a:ext uri="{FF2B5EF4-FFF2-40B4-BE49-F238E27FC236}">
                <a16:creationId xmlns:a16="http://schemas.microsoft.com/office/drawing/2014/main" id="{D05FD567-6830-4B7C-A6B4-1C17F3F5C538}"/>
              </a:ext>
            </a:extLst>
          </p:cNvPr>
          <p:cNvSpPr>
            <a:spLocks xmlns:a="http://schemas.openxmlformats.org/drawingml/2006/main" noGrp="1"/>
          </p:cNvSpPr>
          <p:nvPr/>
        </p:nvSpPr>
        <p:spPr>
          <a:xfrm xmlns:a="http://schemas.openxmlformats.org/drawingml/2006/main">
            <a:off x="381000" y="2343150"/>
            <a:ext cx="7391400" cy="3676650"/>
          </a:xfrm>
          <a:prstGeom xmlns:a="http://schemas.openxmlformats.org/drawingml/2006/main" prst="roundRect">
            <a:avLst>
              <a:gd name="adj" fmla="val 1813"/>
            </a:avLst>
          </a:prstGeom>
          <a:solidFill xmlns:a="http://schemas.openxmlformats.org/drawingml/2006/main">
            <a:srgbClr val="FFFFFF"/>
          </a:solidFill>
          <a:ln xmlns:a="http://schemas.openxmlformats.org/drawingml/2006/main" w="9525">
            <a:solidFill>
              <a:srgbClr val="CED6D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7E7120EA-B371-422A-9F44-F023B4B89BD2}"/>
              </a:ext>
            </a:extLst>
          </p:cNvPr>
          <p:cNvSpPr>
            <a:spLocks xmlns:a="http://schemas.openxmlformats.org/drawingml/2006/main" noGrp="1"/>
          </p:cNvSpPr>
          <p:nvPr/>
        </p:nvSpPr>
        <p:spPr>
          <a:xfrm xmlns:a="http://schemas.openxmlformats.org/drawingml/2006/main">
            <a:off x="381000" y="2343150"/>
            <a:ext cx="7391400" cy="361950"/>
          </a:xfrm>
          <a:prstGeom xmlns:a="http://schemas.openxmlformats.org/drawingml/2006/main" prst="roundRect">
            <a:avLst>
              <a:gd name="adj" fmla="val 18421"/>
            </a:avLst>
          </a:prstGeom>
          <a:gradFill xmlns:a="http://schemas.openxmlformats.org/drawingml/2006/main">
            <a:gsLst>
              <a:gs pos="0">
                <a:srgbClr val="00351F"/>
              </a:gs>
              <a:gs pos="100000">
                <a:srgbClr val="075431"/>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6" name="Picture 66"/>
          <p:cNvPicPr>
            <a:picLocks xmlns:a="http://schemas.openxmlformats.org/drawingml/2006/main" noChangeAspect="1"/>
          </p:cNvPicPr>
          <p:nvPr/>
        </p:nvPicPr>
        <p:blipFill>
          <a:blip xmlns:r="http://schemas.openxmlformats.org/officeDocument/2006/relationships" xmlns:a="http://schemas.openxmlformats.org/drawingml/2006/main" r:embed="R4e0314635a804a54"/>
          <a:stretch xmlns:a="http://schemas.openxmlformats.org/drawingml/2006/main"/>
        </p:blipFill>
        <p:spPr>
          <a:xfrm xmlns:a="http://schemas.openxmlformats.org/drawingml/2006/main">
            <a:off x="617492" y="2390775"/>
            <a:ext cx="260441" cy="276225"/>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91505E6-4E87-4F2F-9412-FA897C3D79C8}"/>
              </a:ext>
            </a:extLst>
          </p:cNvPr>
          <p:cNvSpPr>
            <a:spLocks xmlns:a="http://schemas.openxmlformats.org/drawingml/2006/main" noGrp="1"/>
          </p:cNvSpPr>
          <p:nvPr/>
        </p:nvSpPr>
        <p:spPr>
          <a:xfrm xmlns:a="http://schemas.openxmlformats.org/drawingml/2006/main">
            <a:off x="1019175" y="2438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78" name="Picture 68"/>
          <p:cNvPicPr>
            <a:picLocks xmlns:a="http://schemas.openxmlformats.org/drawingml/2006/main" noChangeAspect="1"/>
          </p:cNvPicPr>
          <p:nvPr/>
        </p:nvPicPr>
        <p:blipFill>
          <a:blip xmlns:r="http://schemas.openxmlformats.org/officeDocument/2006/relationships" xmlns:a="http://schemas.openxmlformats.org/drawingml/2006/main" r:embed="R7224e1d1075147da"/>
          <a:stretch xmlns:a="http://schemas.openxmlformats.org/drawingml/2006/main"/>
        </p:blipFill>
        <p:spPr>
          <a:xfrm xmlns:a="http://schemas.openxmlformats.org/drawingml/2006/main">
            <a:off x="600075" y="2779303"/>
            <a:ext cx="466725" cy="451669"/>
          </a:xfrm>
          <a:prstGeom xmlns:a="http://schemas.openxmlformats.org/drawingml/2006/main" prst="rect">
            <a:avLst/>
          </a:prstGeom>
        </p:spPr>
      </p:pic>
      <p:sp>
        <p:nvSpPr>
          <p:cNvPr id="20" name="editable-methodology-data-source-label">
            <a:extLst xmlns:a="http://schemas.openxmlformats.org/drawingml/2006/main">
              <a:ext uri="{FF2B5EF4-FFF2-40B4-BE49-F238E27FC236}">
                <a16:creationId xmlns:a16="http://schemas.microsoft.com/office/drawing/2014/main" id="{42908386-5A93-4A58-A462-83A24A156EB4}"/>
              </a:ext>
            </a:extLst>
          </p:cNvPr>
          <p:cNvSpPr>
            <a:spLocks xmlns:a="http://schemas.openxmlformats.org/drawingml/2006/main" noGrp="1"/>
          </p:cNvSpPr>
          <p:nvPr/>
        </p:nvSpPr>
        <p:spPr>
          <a:xfrm xmlns:a="http://schemas.openxmlformats.org/drawingml/2006/main">
            <a:off x="1333500" y="291465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xmlns:a="http://schemas.openxmlformats.org/drawingml/2006/main">
              <a:ext uri="{FF2B5EF4-FFF2-40B4-BE49-F238E27FC236}">
                <a16:creationId xmlns:a16="http://schemas.microsoft.com/office/drawing/2014/main" id="{74A58121-1B16-4F12-92B5-F259AF492CB0}"/>
              </a:ext>
            </a:extLst>
          </p:cNvPr>
          <p:cNvSpPr>
            <a:spLocks xmlns:a="http://schemas.openxmlformats.org/drawingml/2006/main" noGrp="1"/>
          </p:cNvSpPr>
          <p:nvPr/>
        </p:nvSpPr>
        <p:spPr>
          <a:xfrm xmlns:a="http://schemas.openxmlformats.org/drawingml/2006/main">
            <a:off x="3333750" y="282892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editable-methodology-data-source">
            <a:extLst xmlns:a="http://schemas.openxmlformats.org/drawingml/2006/main">
              <a:ext uri="{FF2B5EF4-FFF2-40B4-BE49-F238E27FC236}">
                <a16:creationId xmlns:a16="http://schemas.microsoft.com/office/drawing/2014/main" id="{71D931CB-6DBE-4D20-B729-98885198EFAC}"/>
              </a:ext>
            </a:extLst>
          </p:cNvPr>
          <p:cNvSpPr>
            <a:spLocks xmlns:a="http://schemas.openxmlformats.org/drawingml/2006/main" noGrp="1"/>
          </p:cNvSpPr>
          <p:nvPr/>
        </p:nvSpPr>
        <p:spPr>
          <a:xfrm xmlns:a="http://schemas.openxmlformats.org/drawingml/2006/main">
            <a:off x="3676650" y="28289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{{ANALYSIS_DATE}}</a:t>
            </a:r>
          </a:p>
        </p:txBody>
      </p:sp>
      <p:sp>
        <p:nvSpPr>
          <p:cNvPr id="23" name="Straight Connector 22">
            <a:extLst xmlns:a="http://schemas.openxmlformats.org/drawingml/2006/main">
              <a:ext uri="{FF2B5EF4-FFF2-40B4-BE49-F238E27FC236}">
                <a16:creationId xmlns:a16="http://schemas.microsoft.com/office/drawing/2014/main" id="{23397379-0F76-4614-83F5-A13601AE9797}"/>
              </a:ext>
            </a:extLst>
          </p:cNvPr>
          <p:cNvSpPr>
            <a:spLocks xmlns:a="http://schemas.openxmlformats.org/drawingml/2006/main" noGrp="1"/>
          </p:cNvSpPr>
          <p:nvPr/>
        </p:nvSpPr>
        <p:spPr>
          <a:xfrm xmlns:a="http://schemas.openxmlformats.org/drawingml/2006/main">
            <a:off x="600075" y="326421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3" name="Picture 73"/>
          <p:cNvPicPr>
            <a:picLocks xmlns:a="http://schemas.openxmlformats.org/drawingml/2006/main" noChangeAspect="1"/>
          </p:cNvPicPr>
          <p:nvPr/>
        </p:nvPicPr>
        <p:blipFill>
          <a:blip xmlns:r="http://schemas.openxmlformats.org/officeDocument/2006/relationships" xmlns:a="http://schemas.openxmlformats.org/drawingml/2006/main" r:embed="R06a94afbbdcd405e"/>
          <a:stretch xmlns:a="http://schemas.openxmlformats.org/drawingml/2006/main"/>
        </p:blipFill>
        <p:spPr>
          <a:xfrm xmlns:a="http://schemas.openxmlformats.org/drawingml/2006/main">
            <a:off x="600075" y="3309845"/>
            <a:ext cx="466725" cy="451669"/>
          </a:xfrm>
          <a:prstGeom xmlns:a="http://schemas.openxmlformats.org/drawingml/2006/main" prst="rect">
            <a:avLst/>
          </a:prstGeom>
        </p:spPr>
      </p:pic>
      <p:sp>
        <p:nvSpPr>
          <p:cNvPr id="25" name="editable-methodology-sizing-approach-label">
            <a:extLst xmlns:a="http://schemas.openxmlformats.org/drawingml/2006/main">
              <a:ext uri="{FF2B5EF4-FFF2-40B4-BE49-F238E27FC236}">
                <a16:creationId xmlns:a16="http://schemas.microsoft.com/office/drawing/2014/main" id="{DE8908F2-D896-472D-AF70-B94F25AE6292}"/>
              </a:ext>
            </a:extLst>
          </p:cNvPr>
          <p:cNvSpPr>
            <a:spLocks xmlns:a="http://schemas.openxmlformats.org/drawingml/2006/main" noGrp="1"/>
          </p:cNvSpPr>
          <p:nvPr/>
        </p:nvSpPr>
        <p:spPr>
          <a:xfrm xmlns:a="http://schemas.openxmlformats.org/drawingml/2006/main">
            <a:off x="1333500" y="344519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xmlns:a="http://schemas.openxmlformats.org/drawingml/2006/main">
              <a:ext uri="{FF2B5EF4-FFF2-40B4-BE49-F238E27FC236}">
                <a16:creationId xmlns:a16="http://schemas.microsoft.com/office/drawing/2014/main" id="{CFDEC23A-6F66-49D5-87D3-62C87F39D16D}"/>
              </a:ext>
            </a:extLst>
          </p:cNvPr>
          <p:cNvSpPr>
            <a:spLocks xmlns:a="http://schemas.openxmlformats.org/drawingml/2006/main" noGrp="1"/>
          </p:cNvSpPr>
          <p:nvPr/>
        </p:nvSpPr>
        <p:spPr>
          <a:xfrm xmlns:a="http://schemas.openxmlformats.org/drawingml/2006/main">
            <a:off x="3333750" y="335946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editable-methodology-sizing-approach">
            <a:extLst xmlns:a="http://schemas.openxmlformats.org/drawingml/2006/main">
              <a:ext uri="{FF2B5EF4-FFF2-40B4-BE49-F238E27FC236}">
                <a16:creationId xmlns:a16="http://schemas.microsoft.com/office/drawing/2014/main" id="{0ECE9441-9ABA-4D86-B0D0-CA3DF1A3EB96}"/>
              </a:ext>
            </a:extLst>
          </p:cNvPr>
          <p:cNvSpPr>
            <a:spLocks xmlns:a="http://schemas.openxmlformats.org/drawingml/2006/main" noGrp="1"/>
          </p:cNvSpPr>
          <p:nvPr/>
        </p:nvSpPr>
        <p:spPr>
          <a:xfrm xmlns:a="http://schemas.openxmlformats.org/drawingml/2006/main">
            <a:off x="3676650" y="335946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Selected VM scope, OCVS host profile,</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configured capacity policy</a:t>
            </a:r>
          </a:p>
        </p:txBody>
      </p:sp>
      <p:sp>
        <p:nvSpPr>
          <p:cNvPr id="28" name="Straight Connector 27">
            <a:extLst xmlns:a="http://schemas.openxmlformats.org/drawingml/2006/main">
              <a:ext uri="{FF2B5EF4-FFF2-40B4-BE49-F238E27FC236}">
                <a16:creationId xmlns:a16="http://schemas.microsoft.com/office/drawing/2014/main" id="{45CE46C6-B9C0-4849-A834-96BE06538FA8}"/>
              </a:ext>
            </a:extLst>
          </p:cNvPr>
          <p:cNvSpPr>
            <a:spLocks xmlns:a="http://schemas.openxmlformats.org/drawingml/2006/main" noGrp="1"/>
          </p:cNvSpPr>
          <p:nvPr/>
        </p:nvSpPr>
        <p:spPr>
          <a:xfrm xmlns:a="http://schemas.openxmlformats.org/drawingml/2006/main">
            <a:off x="600075" y="3794760"/>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Picture 78"/>
          <p:cNvPicPr>
            <a:picLocks xmlns:a="http://schemas.openxmlformats.org/drawingml/2006/main" noChangeAspect="1"/>
          </p:cNvPicPr>
          <p:nvPr/>
        </p:nvPicPr>
        <p:blipFill>
          <a:blip xmlns:r="http://schemas.openxmlformats.org/officeDocument/2006/relationships" xmlns:a="http://schemas.openxmlformats.org/drawingml/2006/main" r:embed="R86aabab60ae84782"/>
          <a:stretch xmlns:a="http://schemas.openxmlformats.org/drawingml/2006/main"/>
        </p:blipFill>
        <p:spPr>
          <a:xfrm xmlns:a="http://schemas.openxmlformats.org/drawingml/2006/main">
            <a:off x="600075" y="3836686"/>
            <a:ext cx="466725" cy="459074"/>
          </a:xfrm>
          <a:prstGeom xmlns:a="http://schemas.openxmlformats.org/drawingml/2006/main" prst="rect">
            <a:avLst/>
          </a:prstGeom>
        </p:spPr>
      </p:pic>
      <p:sp>
        <p:nvSpPr>
          <p:cNvPr id="30" name="editable-methodology-compute-policy-label">
            <a:extLst xmlns:a="http://schemas.openxmlformats.org/drawingml/2006/main">
              <a:ext uri="{FF2B5EF4-FFF2-40B4-BE49-F238E27FC236}">
                <a16:creationId xmlns:a16="http://schemas.microsoft.com/office/drawing/2014/main" id="{78085D01-F2D9-4FF8-AFE8-59DAD7CB0343}"/>
              </a:ext>
            </a:extLst>
          </p:cNvPr>
          <p:cNvSpPr>
            <a:spLocks xmlns:a="http://schemas.openxmlformats.org/drawingml/2006/main" noGrp="1"/>
          </p:cNvSpPr>
          <p:nvPr/>
        </p:nvSpPr>
        <p:spPr>
          <a:xfrm xmlns:a="http://schemas.openxmlformats.org/drawingml/2006/main">
            <a:off x="1333500" y="397573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Compute &amp; Memory Policy</a:t>
            </a:r>
          </a:p>
        </p:txBody>
      </p:sp>
      <p:sp>
        <p:nvSpPr>
          <p:cNvPr id="31" name="Straight Connector 30">
            <a:extLst xmlns:a="http://schemas.openxmlformats.org/drawingml/2006/main">
              <a:ext uri="{FF2B5EF4-FFF2-40B4-BE49-F238E27FC236}">
                <a16:creationId xmlns:a16="http://schemas.microsoft.com/office/drawing/2014/main" id="{72944B4F-936E-4666-BCB5-19428C80B4D4}"/>
              </a:ext>
            </a:extLst>
          </p:cNvPr>
          <p:cNvSpPr>
            <a:spLocks xmlns:a="http://schemas.openxmlformats.org/drawingml/2006/main" noGrp="1"/>
          </p:cNvSpPr>
          <p:nvPr/>
        </p:nvSpPr>
        <p:spPr>
          <a:xfrm xmlns:a="http://schemas.openxmlformats.org/drawingml/2006/main">
            <a:off x="3333750" y="3890010"/>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editable-methodology-vcpu-per-ocpu">
            <a:extLst xmlns:a="http://schemas.openxmlformats.org/drawingml/2006/main">
              <a:ext uri="{FF2B5EF4-FFF2-40B4-BE49-F238E27FC236}">
                <a16:creationId xmlns:a16="http://schemas.microsoft.com/office/drawing/2014/main" id="{4BB2C1F5-D562-49B2-9F9A-0CC0CC218F6B}"/>
              </a:ext>
            </a:extLst>
          </p:cNvPr>
          <p:cNvSpPr>
            <a:spLocks xmlns:a="http://schemas.openxmlformats.org/drawingml/2006/main" noGrp="1"/>
          </p:cNvSpPr>
          <p:nvPr/>
        </p:nvSpPr>
        <p:spPr>
          <a:xfrm xmlns:a="http://schemas.openxmlformats.org/drawingml/2006/main">
            <a:off x="3676650" y="389001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{{VCPU_PER_OCPU}}</a:t>
            </a:r>
          </a:p>
        </p:txBody>
      </p:sp>
      <p:sp>
        <p:nvSpPr>
          <p:cNvPr id="33" name="editable-methodology-compute-supporting-text">
            <a:extLst xmlns:a="http://schemas.openxmlformats.org/drawingml/2006/main">
              <a:ext uri="{FF2B5EF4-FFF2-40B4-BE49-F238E27FC236}">
                <a16:creationId xmlns:a16="http://schemas.microsoft.com/office/drawing/2014/main" id="{C1010FD1-CF72-4430-AE27-159930A3A4CD}"/>
              </a:ext>
            </a:extLst>
          </p:cNvPr>
          <p:cNvSpPr>
            <a:spLocks xmlns:a="http://schemas.openxmlformats.org/drawingml/2006/main" noGrp="1"/>
          </p:cNvSpPr>
          <p:nvPr/>
        </p:nvSpPr>
        <p:spPr>
          <a:xfrm xmlns:a="http://schemas.openxmlformats.org/drawingml/2006/main">
            <a:off x="3676650" y="410908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
            </a:r>
          </a:p>
        </p:txBody>
      </p:sp>
      <p:sp>
        <p:nvSpPr>
          <p:cNvPr id="34" name="Straight Connector 33">
            <a:extLst xmlns:a="http://schemas.openxmlformats.org/drawingml/2006/main">
              <a:ext uri="{FF2B5EF4-FFF2-40B4-BE49-F238E27FC236}">
                <a16:creationId xmlns:a16="http://schemas.microsoft.com/office/drawing/2014/main" id="{02CD068C-C8FC-47C9-BB57-3D4C64351CFA}"/>
              </a:ext>
            </a:extLst>
          </p:cNvPr>
          <p:cNvSpPr>
            <a:spLocks xmlns:a="http://schemas.openxmlformats.org/drawingml/2006/main" noGrp="1"/>
          </p:cNvSpPr>
          <p:nvPr/>
        </p:nvSpPr>
        <p:spPr>
          <a:xfrm xmlns:a="http://schemas.openxmlformats.org/drawingml/2006/main">
            <a:off x="600075" y="4325303"/>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4" name="Picture 84"/>
          <p:cNvPicPr>
            <a:picLocks xmlns:a="http://schemas.openxmlformats.org/drawingml/2006/main" noChangeAspect="1"/>
          </p:cNvPicPr>
          <p:nvPr/>
        </p:nvPicPr>
        <p:blipFill>
          <a:blip xmlns:r="http://schemas.openxmlformats.org/officeDocument/2006/relationships" xmlns:a="http://schemas.openxmlformats.org/drawingml/2006/main" r:embed="R1cf3b3d114d549ba"/>
          <a:stretch xmlns:a="http://schemas.openxmlformats.org/drawingml/2006/main"/>
        </p:blipFill>
        <p:spPr>
          <a:xfrm xmlns:a="http://schemas.openxmlformats.org/drawingml/2006/main">
            <a:off x="600075" y="4367228"/>
            <a:ext cx="466725" cy="459074"/>
          </a:xfrm>
          <a:prstGeom xmlns:a="http://schemas.openxmlformats.org/drawingml/2006/main" prst="rect">
            <a:avLst/>
          </a:prstGeom>
        </p:spPr>
      </p:pic>
      <p:sp>
        <p:nvSpPr>
          <p:cNvPr id="36" name="editable-methodology-cpu-headroom-label">
            <a:extLst xmlns:a="http://schemas.openxmlformats.org/drawingml/2006/main">
              <a:ext uri="{FF2B5EF4-FFF2-40B4-BE49-F238E27FC236}">
                <a16:creationId xmlns:a16="http://schemas.microsoft.com/office/drawing/2014/main" id="{35B0B338-2A00-4402-837C-6832FD369235}"/>
              </a:ext>
            </a:extLst>
          </p:cNvPr>
          <p:cNvSpPr>
            <a:spLocks xmlns:a="http://schemas.openxmlformats.org/drawingml/2006/main" noGrp="1"/>
          </p:cNvSpPr>
          <p:nvPr/>
        </p:nvSpPr>
        <p:spPr>
          <a:xfrm xmlns:a="http://schemas.openxmlformats.org/drawingml/2006/main">
            <a:off x="1333500" y="4506278"/>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headroom</a:t>
            </a:r>
          </a:p>
        </p:txBody>
      </p:sp>
      <p:sp>
        <p:nvSpPr>
          <p:cNvPr id="37" name="Straight Connector 36">
            <a:extLst xmlns:a="http://schemas.openxmlformats.org/drawingml/2006/main">
              <a:ext uri="{FF2B5EF4-FFF2-40B4-BE49-F238E27FC236}">
                <a16:creationId xmlns:a16="http://schemas.microsoft.com/office/drawing/2014/main" id="{0004D49C-3CEF-4D64-8EE4-5C2EF19B65F0}"/>
              </a:ext>
            </a:extLst>
          </p:cNvPr>
          <p:cNvSpPr>
            <a:spLocks xmlns:a="http://schemas.openxmlformats.org/drawingml/2006/main" noGrp="1"/>
          </p:cNvSpPr>
          <p:nvPr/>
        </p:nvSpPr>
        <p:spPr>
          <a:xfrm xmlns:a="http://schemas.openxmlformats.org/drawingml/2006/main">
            <a:off x="3333750" y="4420553"/>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editable-methodology-cpu-headroom">
            <a:extLst xmlns:a="http://schemas.openxmlformats.org/drawingml/2006/main">
              <a:ext uri="{FF2B5EF4-FFF2-40B4-BE49-F238E27FC236}">
                <a16:creationId xmlns:a16="http://schemas.microsoft.com/office/drawing/2014/main" id="{B09B219E-B635-42E5-8711-6CCAA05CC5BA}"/>
              </a:ext>
            </a:extLst>
          </p:cNvPr>
          <p:cNvSpPr>
            <a:spLocks xmlns:a="http://schemas.openxmlformats.org/drawingml/2006/main" noGrp="1"/>
          </p:cNvSpPr>
          <p:nvPr/>
        </p:nvSpPr>
        <p:spPr>
          <a:xfrm xmlns:a="http://schemas.openxmlformats.org/drawingml/2006/main">
            <a:off x="3676650" y="4420553"/>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{{CPU_HEADROOM}}</a:t>
            </a:r>
          </a:p>
        </p:txBody>
      </p:sp>
      <p:sp>
        <p:nvSpPr>
          <p:cNvPr id="39" name="Straight Connector 38">
            <a:extLst xmlns:a="http://schemas.openxmlformats.org/drawingml/2006/main">
              <a:ext uri="{FF2B5EF4-FFF2-40B4-BE49-F238E27FC236}">
                <a16:creationId xmlns:a16="http://schemas.microsoft.com/office/drawing/2014/main" id="{B5294845-2E5B-41F1-8CD4-A4D7AFAA9406}"/>
              </a:ext>
            </a:extLst>
          </p:cNvPr>
          <p:cNvSpPr>
            <a:spLocks xmlns:a="http://schemas.openxmlformats.org/drawingml/2006/main" noGrp="1"/>
          </p:cNvSpPr>
          <p:nvPr/>
        </p:nvSpPr>
        <p:spPr>
          <a:xfrm xmlns:a="http://schemas.openxmlformats.org/drawingml/2006/main">
            <a:off x="600075" y="4855845"/>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9" name="Picture 89"/>
          <p:cNvPicPr>
            <a:picLocks xmlns:a="http://schemas.openxmlformats.org/drawingml/2006/main" noChangeAspect="1"/>
          </p:cNvPicPr>
          <p:nvPr/>
        </p:nvPicPr>
        <p:blipFill>
          <a:blip xmlns:r="http://schemas.openxmlformats.org/officeDocument/2006/relationships" xmlns:a="http://schemas.openxmlformats.org/drawingml/2006/main" r:embed="R7b4e8129dbb248bb"/>
          <a:stretch xmlns:a="http://schemas.openxmlformats.org/drawingml/2006/main"/>
        </p:blipFill>
        <p:spPr>
          <a:xfrm xmlns:a="http://schemas.openxmlformats.org/drawingml/2006/main">
            <a:off x="600075" y="4897771"/>
            <a:ext cx="466725" cy="459074"/>
          </a:xfrm>
          <a:prstGeom xmlns:a="http://schemas.openxmlformats.org/drawingml/2006/main" prst="rect">
            <a:avLst/>
          </a:prstGeom>
        </p:spPr>
      </p:pic>
      <p:sp>
        <p:nvSpPr>
          <p:cNvPr id="41" name="editable-methodology-ram-headroom-label">
            <a:extLst xmlns:a="http://schemas.openxmlformats.org/drawingml/2006/main">
              <a:ext uri="{FF2B5EF4-FFF2-40B4-BE49-F238E27FC236}">
                <a16:creationId xmlns:a16="http://schemas.microsoft.com/office/drawing/2014/main" id="{3237AD7F-4836-4176-AF9D-C45EBA307DA5}"/>
              </a:ext>
            </a:extLst>
          </p:cNvPr>
          <p:cNvSpPr>
            <a:spLocks xmlns:a="http://schemas.openxmlformats.org/drawingml/2006/main" noGrp="1"/>
          </p:cNvSpPr>
          <p:nvPr/>
        </p:nvSpPr>
        <p:spPr>
          <a:xfrm xmlns:a="http://schemas.openxmlformats.org/drawingml/2006/main">
            <a:off x="1333500" y="503682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RAM headroom</a:t>
            </a:r>
          </a:p>
        </p:txBody>
      </p:sp>
      <p:sp>
        <p:nvSpPr>
          <p:cNvPr id="42" name="Straight Connector 41">
            <a:extLst xmlns:a="http://schemas.openxmlformats.org/drawingml/2006/main">
              <a:ext uri="{FF2B5EF4-FFF2-40B4-BE49-F238E27FC236}">
                <a16:creationId xmlns:a16="http://schemas.microsoft.com/office/drawing/2014/main" id="{4D9346C3-2665-41B0-99E5-1FA2EBA0C533}"/>
              </a:ext>
            </a:extLst>
          </p:cNvPr>
          <p:cNvSpPr>
            <a:spLocks xmlns:a="http://schemas.openxmlformats.org/drawingml/2006/main" noGrp="1"/>
          </p:cNvSpPr>
          <p:nvPr/>
        </p:nvSpPr>
        <p:spPr>
          <a:xfrm xmlns:a="http://schemas.openxmlformats.org/drawingml/2006/main">
            <a:off x="3333750" y="495109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editable-methodology-ram-headroom">
            <a:extLst xmlns:a="http://schemas.openxmlformats.org/drawingml/2006/main">
              <a:ext uri="{FF2B5EF4-FFF2-40B4-BE49-F238E27FC236}">
                <a16:creationId xmlns:a16="http://schemas.microsoft.com/office/drawing/2014/main" id="{DBC0D906-17E6-4658-8738-8B3675430291}"/>
              </a:ext>
            </a:extLst>
          </p:cNvPr>
          <p:cNvSpPr>
            <a:spLocks xmlns:a="http://schemas.openxmlformats.org/drawingml/2006/main" noGrp="1"/>
          </p:cNvSpPr>
          <p:nvPr/>
        </p:nvSpPr>
        <p:spPr>
          <a:xfrm xmlns:a="http://schemas.openxmlformats.org/drawingml/2006/main">
            <a:off x="3676650" y="495109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{{RAM_HEADROOM}}</a:t>
            </a:r>
          </a:p>
        </p:txBody>
      </p:sp>
      <p:sp>
        <p:nvSpPr>
          <p:cNvPr id="44" name="Straight Connector 43">
            <a:extLst xmlns:a="http://schemas.openxmlformats.org/drawingml/2006/main">
              <a:ext uri="{FF2B5EF4-FFF2-40B4-BE49-F238E27FC236}">
                <a16:creationId xmlns:a16="http://schemas.microsoft.com/office/drawing/2014/main" id="{76C190DA-7557-4EF8-A3B4-C1CD1D532610}"/>
              </a:ext>
            </a:extLst>
          </p:cNvPr>
          <p:cNvSpPr>
            <a:spLocks xmlns:a="http://schemas.openxmlformats.org/drawingml/2006/main" noGrp="1"/>
          </p:cNvSpPr>
          <p:nvPr/>
        </p:nvSpPr>
        <p:spPr>
          <a:xfrm xmlns:a="http://schemas.openxmlformats.org/drawingml/2006/main">
            <a:off x="600075" y="538638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104" name="Picture 94"/>
          <p:cNvPicPr>
            <a:picLocks xmlns:a="http://schemas.openxmlformats.org/drawingml/2006/main" noChangeAspect="1"/>
          </p:cNvPicPr>
          <p:nvPr/>
        </p:nvPicPr>
        <p:blipFill>
          <a:blip xmlns:r="http://schemas.openxmlformats.org/officeDocument/2006/relationships" xmlns:a="http://schemas.openxmlformats.org/drawingml/2006/main" r:embed="R2d851abcaa6940cb"/>
          <a:stretch xmlns:a="http://schemas.openxmlformats.org/drawingml/2006/main"/>
        </p:blipFill>
        <p:spPr>
          <a:xfrm xmlns:a="http://schemas.openxmlformats.org/drawingml/2006/main">
            <a:off x="600075" y="5424488"/>
            <a:ext cx="466725" cy="466725"/>
          </a:xfrm>
          <a:prstGeom xmlns:a="http://schemas.openxmlformats.org/drawingml/2006/main" prst="rect">
            <a:avLst/>
          </a:prstGeom>
        </p:spPr>
      </p:pic>
      <p:sp>
        <p:nvSpPr>
          <p:cNvPr id="46" name="editable-methodology-storage-policy-label">
            <a:extLst xmlns:a="http://schemas.openxmlformats.org/drawingml/2006/main">
              <a:ext uri="{FF2B5EF4-FFF2-40B4-BE49-F238E27FC236}">
                <a16:creationId xmlns:a16="http://schemas.microsoft.com/office/drawing/2014/main" id="{1AAF8FDE-50FC-4C3F-9F81-15310F8F98EE}"/>
              </a:ext>
            </a:extLst>
          </p:cNvPr>
          <p:cNvSpPr>
            <a:spLocks xmlns:a="http://schemas.openxmlformats.org/drawingml/2006/main" noGrp="1"/>
          </p:cNvSpPr>
          <p:nvPr/>
        </p:nvSpPr>
        <p:spPr>
          <a:xfrm xmlns:a="http://schemas.openxmlformats.org/drawingml/2006/main">
            <a:off x="1333500" y="5567363"/>
            <a:ext cx="2047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Policy — {{STORAGE_POLICY_NAME}}</a:t>
            </a:r>
          </a:p>
        </p:txBody>
      </p:sp>
      <p:sp>
        <p:nvSpPr>
          <p:cNvPr id="47" name="Straight Connector 46">
            <a:extLst xmlns:a="http://schemas.openxmlformats.org/drawingml/2006/main">
              <a:ext uri="{FF2B5EF4-FFF2-40B4-BE49-F238E27FC236}">
                <a16:creationId xmlns:a16="http://schemas.microsoft.com/office/drawing/2014/main" id="{FFEF831B-5985-4EBD-83C8-50668461DF24}"/>
              </a:ext>
            </a:extLst>
          </p:cNvPr>
          <p:cNvSpPr>
            <a:spLocks xmlns:a="http://schemas.openxmlformats.org/drawingml/2006/main" noGrp="1"/>
          </p:cNvSpPr>
          <p:nvPr/>
        </p:nvSpPr>
        <p:spPr>
          <a:xfrm xmlns:a="http://schemas.openxmlformats.org/drawingml/2006/main">
            <a:off x="3333750" y="548163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editable-methodology-storage-policy-details">
            <a:extLst xmlns:a="http://schemas.openxmlformats.org/drawingml/2006/main">
              <a:ext uri="{FF2B5EF4-FFF2-40B4-BE49-F238E27FC236}">
                <a16:creationId xmlns:a16="http://schemas.microsoft.com/office/drawing/2014/main" id="{FCCC5123-50EE-49F7-9C4E-AD8B5F15572B}"/>
              </a:ext>
            </a:extLst>
          </p:cNvPr>
          <p:cNvSpPr>
            <a:spLocks xmlns:a="http://schemas.openxmlformats.org/drawingml/2006/main" noGrp="1"/>
          </p:cNvSpPr>
          <p:nvPr/>
        </p:nvSpPr>
        <p:spPr>
          <a:xfrm xmlns:a="http://schemas.openxmlformats.org/drawingml/2006/main">
            <a:off x="3676650" y="5481638"/>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 headroom: {{STORAGE_HEADROOM}}</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{{STORAGE_POLICY_DETAIL}}</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{{STORAGE_POLICY_SUPPORTING_TEXT}}</a:t>
            </a:r>
          </a:p>
        </p:txBody>
      </p:sp>
      <p:sp>
        <p:nvSpPr>
          <p:cNvPr id="49" name="Rectangle 48">
            <a:extLst xmlns:a="http://schemas.openxmlformats.org/drawingml/2006/main">
              <a:ext uri="{FF2B5EF4-FFF2-40B4-BE49-F238E27FC236}">
                <a16:creationId xmlns:a16="http://schemas.microsoft.com/office/drawing/2014/main" id="{16E4D860-FD45-4FE4-BDF9-3E6C0A6C9676}"/>
              </a:ext>
            </a:extLst>
          </p:cNvPr>
          <p:cNvSpPr>
            <a:spLocks xmlns:a="http://schemas.openxmlformats.org/drawingml/2006/main" noGrp="1"/>
          </p:cNvSpPr>
          <p:nvPr/>
        </p:nvSpPr>
        <p:spPr>
          <a:xfrm xmlns:a="http://schemas.openxmlformats.org/drawingml/2006/main">
            <a:off x="1133475" y="6553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9" name="Picture 99"/>
          <p:cNvPicPr>
            <a:picLocks xmlns:a="http://schemas.openxmlformats.org/drawingml/2006/main" noChangeAspect="1"/>
          </p:cNvPicPr>
          <p:nvPr/>
        </p:nvPicPr>
        <p:blipFill>
          <a:blip xmlns:r="http://schemas.openxmlformats.org/officeDocument/2006/relationships" xmlns:a="http://schemas.openxmlformats.org/drawingml/2006/main" r:embed="Rf08b4508338c4fb8"/>
          <a:stretch xmlns:a="http://schemas.openxmlformats.org/drawingml/2006/main"/>
        </p:blipFill>
        <p:spPr>
          <a:xfrm xmlns:a="http://schemas.openxmlformats.org/drawingml/2006/main">
            <a:off x="11391900" y="6479151"/>
            <a:ext cx="400050" cy="329073"/>
          </a:xfrm>
          <a:prstGeom xmlns:a="http://schemas.openxmlformats.org/drawingml/2006/main" prst="rect">
            <a:avLst/>
          </a:prstGeom>
        </p:spPr>
      </p:pic>
    </p:spTree>
    <p:extLst>
      <p:ext uri="{BB962C8B-B14F-4D97-AF65-F5344CB8AC3E}">
        <p14:creationId xmlns:p14="http://schemas.microsoft.com/office/powerpoint/2010/main" val="948357235"/>
      </p:ext>
    </p:extLst>
  </p:cSld>
</p:sld>
</file>

<file path=ppt/slides/slide5.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65" name="Oval 64">
            <a:extLst xmlns:a="http://schemas.openxmlformats.org/drawingml/2006/main">
              <a:ext uri="{FF2B5EF4-FFF2-40B4-BE49-F238E27FC236}">
                <a16:creationId xmlns:a16="http://schemas.microsoft.com/office/drawing/2014/main" id="{903C0CCB-6C32-4383-BD8E-369B89B3B108}"/>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B7552526-EDFC-4FEC-8429-83B0C3678D1B}"/>
              </a:ext>
            </a:extLst>
          </p:cNvPr>
          <p:cNvSpPr>
            <a:spLocks xmlns:a="http://schemas.openxmlformats.org/drawingml/2006/main" noGrp="1"/>
          </p:cNvSpPr>
          <p:nvPr/>
        </p:nvSpPr>
        <p:spPr>
          <a:xfrm xmlns:a="http://schemas.openxmlformats.org/drawingml/2006/main">
            <a:off x="4495800"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B1DA383F-3F21-4112-BBDC-0AB1B2A8C67B}"/>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20059669-08BE-4709-8AB5-5D775C69905A}"/>
              </a:ext>
            </a:extLst>
          </p:cNvPr>
          <p:cNvSpPr>
            <a:spLocks xmlns:a="http://schemas.openxmlformats.org/drawingml/2006/main" noGrp="1"/>
          </p:cNvSpPr>
          <p:nvPr/>
        </p:nvSpPr>
        <p:spPr>
          <a:xfrm xmlns:a="http://schemas.openxmlformats.org/drawingml/2006/main">
            <a:off x="5810250" y="8667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7DF4C908-95C0-454C-90C3-9D496D1DDD44}"/>
              </a:ext>
            </a:extLst>
          </p:cNvPr>
          <p:cNvSpPr>
            <a:spLocks xmlns:a="http://schemas.openxmlformats.org/drawingml/2006/main" noGrp="1"/>
          </p:cNvSpPr>
          <p:nvPr/>
        </p:nvSpPr>
        <p:spPr>
          <a:xfrm xmlns:a="http://schemas.openxmlformats.org/drawingml/2006/main">
            <a:off x="11306175" y="6667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2AFBF0C-6A20-4CF1-81BA-ACD71ECCA01D}"/>
              </a:ext>
            </a:extLst>
          </p:cNvPr>
          <p:cNvSpPr>
            <a:spLocks xmlns:a="http://schemas.openxmlformats.org/drawingml/2006/main" noGrp="1"/>
          </p:cNvSpPr>
          <p:nvPr/>
        </p:nvSpPr>
        <p:spPr>
          <a:xfrm xmlns:a="http://schemas.openxmlformats.org/drawingml/2006/main">
            <a:off x="11801475" y="7143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8A1E2B4B-12C6-4379-BB5F-CD7BD45CDC67}"/>
              </a:ext>
            </a:extLst>
          </p:cNvPr>
          <p:cNvSpPr>
            <a:spLocks xmlns:a="http://schemas.openxmlformats.org/drawingml/2006/main" noGrp="1"/>
          </p:cNvSpPr>
          <p:nvPr/>
        </p:nvSpPr>
        <p:spPr>
          <a:xfrm xmlns:a="http://schemas.openxmlformats.org/drawingml/2006/main">
            <a:off x="4972050" y="33718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392CB55E-0957-4BA5-9E15-5C689F4C062B}"/>
              </a:ext>
            </a:extLst>
          </p:cNvPr>
          <p:cNvSpPr>
            <a:spLocks xmlns:a="http://schemas.openxmlformats.org/drawingml/2006/main" noGrp="1"/>
          </p:cNvSpPr>
          <p:nvPr/>
        </p:nvSpPr>
        <p:spPr>
          <a:xfrm xmlns:a="http://schemas.openxmlformats.org/drawingml/2006/main">
            <a:off x="12020550" y="63531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3CED1F2-9B01-4DEB-8205-9F726CA98EFC}"/>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0CD4014B-8B32-4715-85BA-46C6B837B943}"/>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90" name="Picture 74"/>
          <p:cNvPicPr>
            <a:picLocks xmlns:a="http://schemas.openxmlformats.org/drawingml/2006/main" noChangeAspect="1"/>
          </p:cNvPicPr>
          <p:nvPr/>
        </p:nvPicPr>
        <p:blipFill>
          <a:blip xmlns:r="http://schemas.openxmlformats.org/officeDocument/2006/relationships" xmlns:a="http://schemas.openxmlformats.org/drawingml/2006/main" r:embed="R33894ddd63bc429b"/>
          <a:stretch xmlns:a="http://schemas.openxmlformats.org/drawingml/2006/main"/>
        </p:blipFill>
        <p:spPr>
          <a:xfrm xmlns:a="http://schemas.openxmlformats.org/drawingml/2006/main">
            <a:off x="342900" y="266700"/>
            <a:ext cx="1876425" cy="5238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441D191A-36BA-4DDF-9CD4-DD0DD4AEEDDC}"/>
              </a:ext>
            </a:extLst>
          </p:cNvPr>
          <p:cNvSpPr>
            <a:spLocks xmlns:a="http://schemas.openxmlformats.org/drawingml/2006/main" noGrp="1"/>
          </p:cNvSpPr>
          <p:nvPr/>
        </p:nvSpPr>
        <p:spPr>
          <a:xfrm xmlns:a="http://schemas.openxmlformats.org/drawingml/2006/main">
            <a:off x="352425" y="12001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Infrastructure Sizing Summary</a:t>
            </a:r>
          </a:p>
        </p:txBody>
      </p:sp>
      <p:sp>
        <p:nvSpPr>
          <p:cNvPr id="13" name="Rectangle 12">
            <a:extLst xmlns:a="http://schemas.openxmlformats.org/drawingml/2006/main">
              <a:ext uri="{FF2B5EF4-FFF2-40B4-BE49-F238E27FC236}">
                <a16:creationId xmlns:a16="http://schemas.microsoft.com/office/drawing/2014/main" id="{A3B2E046-C85F-4A39-BEEF-139B34452E9C}"/>
              </a:ext>
            </a:extLst>
          </p:cNvPr>
          <p:cNvSpPr>
            <a:spLocks xmlns:a="http://schemas.openxmlformats.org/drawingml/2006/main" noGrp="1"/>
          </p:cNvSpPr>
          <p:nvPr/>
        </p:nvSpPr>
        <p:spPr>
          <a:xfrm xmlns:a="http://schemas.openxmlformats.org/drawingml/2006/main">
            <a:off x="352425" y="165735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5DD4476-54EB-446C-A8D2-4D5A415824F4}"/>
              </a:ext>
            </a:extLst>
          </p:cNvPr>
          <p:cNvSpPr>
            <a:spLocks xmlns:a="http://schemas.openxmlformats.org/drawingml/2006/main" noGrp="1"/>
          </p:cNvSpPr>
          <p:nvPr/>
        </p:nvSpPr>
        <p:spPr>
          <a:xfrm xmlns:a="http://schemas.openxmlformats.org/drawingml/2006/main">
            <a:off x="352425" y="1876425"/>
            <a:ext cx="6286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The following architecture on Oracle Cloud VMware Solution (OCVS) has been designed</a:t>
            </a:r>
          </a:p>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to support the customer's current environment with room for future growth.</a:t>
            </a:r>
          </a:p>
        </p:txBody>
      </p:sp>
      <p:sp>
        <p:nvSpPr>
          <p:cNvPr id="15" name="Rounded Rectangle 14">
            <a:extLst xmlns:a="http://schemas.openxmlformats.org/drawingml/2006/main">
              <a:ext uri="{FF2B5EF4-FFF2-40B4-BE49-F238E27FC236}">
                <a16:creationId xmlns:a16="http://schemas.microsoft.com/office/drawing/2014/main" id="{63B7720D-CE76-4909-8B22-13176D9406FD}"/>
              </a:ext>
            </a:extLst>
          </p:cNvPr>
          <p:cNvSpPr>
            <a:spLocks xmlns:a="http://schemas.openxmlformats.org/drawingml/2006/main" noGrp="1"/>
          </p:cNvSpPr>
          <p:nvPr/>
        </p:nvSpPr>
        <p:spPr>
          <a:xfrm xmlns:a="http://schemas.openxmlformats.org/drawingml/2006/main">
            <a:off x="361950" y="2600325"/>
            <a:ext cx="4572000"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0DF6C480-65BB-494C-9EC9-69955CD78592}"/>
              </a:ext>
            </a:extLst>
          </p:cNvPr>
          <p:cNvSpPr>
            <a:spLocks xmlns:a="http://schemas.openxmlformats.org/drawingml/2006/main" noGrp="1"/>
          </p:cNvSpPr>
          <p:nvPr/>
        </p:nvSpPr>
        <p:spPr>
          <a:xfrm xmlns:a="http://schemas.openxmlformats.org/drawingml/2006/main">
            <a:off x="361950" y="2600325"/>
            <a:ext cx="4572000"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79235A43-973B-49B6-A560-C27C9DB572AA}"/>
              </a:ext>
            </a:extLst>
          </p:cNvPr>
          <p:cNvSpPr>
            <a:spLocks xmlns:a="http://schemas.openxmlformats.org/drawingml/2006/main" noGrp="1"/>
          </p:cNvSpPr>
          <p:nvPr/>
        </p:nvSpPr>
        <p:spPr>
          <a:xfrm xmlns:a="http://schemas.openxmlformats.org/drawingml/2006/main">
            <a:off x="361950" y="2876550"/>
            <a:ext cx="4572000"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97" name="Picture 81"/>
          <p:cNvPicPr>
            <a:picLocks xmlns:a="http://schemas.openxmlformats.org/drawingml/2006/main" noChangeAspect="1"/>
          </p:cNvPicPr>
          <p:nvPr/>
        </p:nvPicPr>
        <p:blipFill>
          <a:blip xmlns:r="http://schemas.openxmlformats.org/officeDocument/2006/relationships" xmlns:a="http://schemas.openxmlformats.org/drawingml/2006/main" r:embed="R0273373c000a4cbf"/>
          <a:stretch xmlns:a="http://schemas.openxmlformats.org/drawingml/2006/main"/>
        </p:blipFill>
        <p:spPr>
          <a:xfrm xmlns:a="http://schemas.openxmlformats.org/drawingml/2006/main">
            <a:off x="604647" y="2676525"/>
            <a:ext cx="219456" cy="228600"/>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84BF706F-C741-4C7C-970A-E6742E5CFC29}"/>
              </a:ext>
            </a:extLst>
          </p:cNvPr>
          <p:cNvSpPr>
            <a:spLocks xmlns:a="http://schemas.openxmlformats.org/drawingml/2006/main" noGrp="1"/>
          </p:cNvSpPr>
          <p:nvPr/>
        </p:nvSpPr>
        <p:spPr>
          <a:xfrm xmlns:a="http://schemas.openxmlformats.org/drawingml/2006/main">
            <a:off x="962025"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Proposed Architecture</a:t>
            </a:r>
          </a:p>
        </p:txBody>
      </p:sp>
      <p:pic>
        <p:nvPicPr>
          <p:cNvPr id="99" name="Picture 83"/>
          <p:cNvPicPr>
            <a:picLocks xmlns:a="http://schemas.openxmlformats.org/drawingml/2006/main" noChangeAspect="1"/>
          </p:cNvPicPr>
          <p:nvPr/>
        </p:nvPicPr>
        <p:blipFill>
          <a:blip xmlns:r="http://schemas.openxmlformats.org/officeDocument/2006/relationships" xmlns:a="http://schemas.openxmlformats.org/drawingml/2006/main" r:embed="R8d09967daaf644aa"/>
          <a:stretch xmlns:a="http://schemas.openxmlformats.org/drawingml/2006/main"/>
        </p:blipFill>
        <p:spPr>
          <a:xfrm xmlns:a="http://schemas.openxmlformats.org/drawingml/2006/main">
            <a:off x="600075" y="3098346"/>
            <a:ext cx="304800" cy="261257"/>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509699EE-677C-42DF-8083-4185311A3D1D}"/>
              </a:ext>
            </a:extLst>
          </p:cNvPr>
          <p:cNvSpPr>
            <a:spLocks xmlns:a="http://schemas.openxmlformats.org/drawingml/2006/main" noGrp="1"/>
          </p:cNvSpPr>
          <p:nvPr/>
        </p:nvSpPr>
        <p:spPr>
          <a:xfrm xmlns:a="http://schemas.openxmlformats.org/drawingml/2006/main">
            <a:off x="1095375" y="3143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SDDCs</a:t>
            </a:r>
          </a:p>
        </p:txBody>
      </p:sp>
      <p:sp>
        <p:nvSpPr>
          <p:cNvPr id="22" name="editable-ocvs-sddcs">
            <a:extLst xmlns:a="http://schemas.openxmlformats.org/drawingml/2006/main">
              <a:ext uri="{FF2B5EF4-FFF2-40B4-BE49-F238E27FC236}">
                <a16:creationId xmlns:a16="http://schemas.microsoft.com/office/drawing/2014/main" id="{EA0CDC46-31BA-4F3B-B2F7-0CD1DB4E4ACD}"/>
              </a:ext>
            </a:extLst>
          </p:cNvPr>
          <p:cNvSpPr>
            <a:spLocks xmlns:a="http://schemas.openxmlformats.org/drawingml/2006/main" noGrp="1"/>
          </p:cNvSpPr>
          <p:nvPr/>
        </p:nvSpPr>
        <p:spPr>
          <a:xfrm xmlns:a="http://schemas.openxmlformats.org/drawingml/2006/main">
            <a:off x="2714625" y="31432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3" name="Straight Connector 22">
            <a:extLst xmlns:a="http://schemas.openxmlformats.org/drawingml/2006/main">
              <a:ext uri="{FF2B5EF4-FFF2-40B4-BE49-F238E27FC236}">
                <a16:creationId xmlns:a16="http://schemas.microsoft.com/office/drawing/2014/main" id="{C28279BA-06DE-441C-B66F-073288F09C70}"/>
              </a:ext>
            </a:extLst>
          </p:cNvPr>
          <p:cNvSpPr>
            <a:spLocks xmlns:a="http://schemas.openxmlformats.org/drawingml/2006/main" noGrp="1"/>
          </p:cNvSpPr>
          <p:nvPr/>
        </p:nvSpPr>
        <p:spPr>
          <a:xfrm xmlns:a="http://schemas.openxmlformats.org/drawingml/2006/main">
            <a:off x="971550" y="33909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3" name="Picture 87"/>
          <p:cNvPicPr>
            <a:picLocks xmlns:a="http://schemas.openxmlformats.org/drawingml/2006/main" noChangeAspect="1"/>
          </p:cNvPicPr>
          <p:nvPr/>
        </p:nvPicPr>
        <p:blipFill>
          <a:blip xmlns:r="http://schemas.openxmlformats.org/officeDocument/2006/relationships" xmlns:a="http://schemas.openxmlformats.org/drawingml/2006/main" r:embed="R70418bcd85d943ac"/>
          <a:stretch xmlns:a="http://schemas.openxmlformats.org/drawingml/2006/main"/>
        </p:blipFill>
        <p:spPr>
          <a:xfrm xmlns:a="http://schemas.openxmlformats.org/drawingml/2006/main">
            <a:off x="628015" y="3495675"/>
            <a:ext cx="248920" cy="266700"/>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256F7DCC-DF91-4471-A4FF-4A3AD34D84C7}"/>
              </a:ext>
            </a:extLst>
          </p:cNvPr>
          <p:cNvSpPr>
            <a:spLocks xmlns:a="http://schemas.openxmlformats.org/drawingml/2006/main" noGrp="1"/>
          </p:cNvSpPr>
          <p:nvPr/>
        </p:nvSpPr>
        <p:spPr>
          <a:xfrm xmlns:a="http://schemas.openxmlformats.org/drawingml/2006/main">
            <a:off x="1095375" y="3543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Clusters</a:t>
            </a:r>
          </a:p>
        </p:txBody>
      </p:sp>
      <p:sp>
        <p:nvSpPr>
          <p:cNvPr id="26" name="editable-ocvs-clusters">
            <a:extLst xmlns:a="http://schemas.openxmlformats.org/drawingml/2006/main">
              <a:ext uri="{FF2B5EF4-FFF2-40B4-BE49-F238E27FC236}">
                <a16:creationId xmlns:a16="http://schemas.microsoft.com/office/drawing/2014/main" id="{3732A7B4-3A88-4F3B-85BE-10458DDFFC15}"/>
              </a:ext>
            </a:extLst>
          </p:cNvPr>
          <p:cNvSpPr>
            <a:spLocks xmlns:a="http://schemas.openxmlformats.org/drawingml/2006/main" noGrp="1"/>
          </p:cNvSpPr>
          <p:nvPr/>
        </p:nvSpPr>
        <p:spPr>
          <a:xfrm xmlns:a="http://schemas.openxmlformats.org/drawingml/2006/main">
            <a:off x="2714625" y="3543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7" name="Straight Connector 26">
            <a:extLst xmlns:a="http://schemas.openxmlformats.org/drawingml/2006/main">
              <a:ext uri="{FF2B5EF4-FFF2-40B4-BE49-F238E27FC236}">
                <a16:creationId xmlns:a16="http://schemas.microsoft.com/office/drawing/2014/main" id="{FBF22472-0225-4133-8415-2EA7ECD90EFA}"/>
              </a:ext>
            </a:extLst>
          </p:cNvPr>
          <p:cNvSpPr>
            <a:spLocks xmlns:a="http://schemas.openxmlformats.org/drawingml/2006/main" noGrp="1"/>
          </p:cNvSpPr>
          <p:nvPr/>
        </p:nvSpPr>
        <p:spPr>
          <a:xfrm xmlns:a="http://schemas.openxmlformats.org/drawingml/2006/main">
            <a:off x="971550" y="3790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7" name="Picture 91"/>
          <p:cNvPicPr>
            <a:picLocks xmlns:a="http://schemas.openxmlformats.org/drawingml/2006/main" noChangeAspect="1"/>
          </p:cNvPicPr>
          <p:nvPr/>
        </p:nvPicPr>
        <p:blipFill>
          <a:blip xmlns:r="http://schemas.openxmlformats.org/officeDocument/2006/relationships" xmlns:a="http://schemas.openxmlformats.org/drawingml/2006/main" r:embed="Re7a071b844d44318"/>
          <a:stretch xmlns:a="http://schemas.openxmlformats.org/drawingml/2006/main"/>
        </p:blipFill>
        <p:spPr>
          <a:xfrm xmlns:a="http://schemas.openxmlformats.org/drawingml/2006/main">
            <a:off x="619125" y="3876675"/>
            <a:ext cx="266700" cy="266700"/>
          </a:xfrm>
          <a:prstGeom xmlns:a="http://schemas.openxmlformats.org/drawingml/2006/main" prst="rect">
            <a:avLst/>
          </a:prstGeom>
        </p:spPr>
      </p:pic>
      <p:sp>
        <p:nvSpPr>
          <p:cNvPr id="29" name="Rectangle 28">
            <a:extLst xmlns:a="http://schemas.openxmlformats.org/drawingml/2006/main">
              <a:ext uri="{FF2B5EF4-FFF2-40B4-BE49-F238E27FC236}">
                <a16:creationId xmlns:a16="http://schemas.microsoft.com/office/drawing/2014/main" id="{92EBD8D0-6200-44BB-B234-8E0C2461857E}"/>
              </a:ext>
            </a:extLst>
          </p:cNvPr>
          <p:cNvSpPr>
            <a:spLocks xmlns:a="http://schemas.openxmlformats.org/drawingml/2006/main" noGrp="1"/>
          </p:cNvSpPr>
          <p:nvPr/>
        </p:nvSpPr>
        <p:spPr>
          <a:xfrm xmlns:a="http://schemas.openxmlformats.org/drawingml/2006/main">
            <a:off x="1095375" y="3924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Hosts</a:t>
            </a:r>
          </a:p>
        </p:txBody>
      </p:sp>
      <p:sp>
        <p:nvSpPr>
          <p:cNvPr id="30" name="editable-ocvs-hosts">
            <a:extLst xmlns:a="http://schemas.openxmlformats.org/drawingml/2006/main">
              <a:ext uri="{FF2B5EF4-FFF2-40B4-BE49-F238E27FC236}">
                <a16:creationId xmlns:a16="http://schemas.microsoft.com/office/drawing/2014/main" id="{8BCBCBFE-8FBA-4B24-AE05-54385D787A82}"/>
              </a:ext>
            </a:extLst>
          </p:cNvPr>
          <p:cNvSpPr>
            <a:spLocks xmlns:a="http://schemas.openxmlformats.org/drawingml/2006/main" noGrp="1"/>
          </p:cNvSpPr>
          <p:nvPr/>
        </p:nvSpPr>
        <p:spPr>
          <a:xfrm xmlns:a="http://schemas.openxmlformats.org/drawingml/2006/main">
            <a:off x="2714625" y="3924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4</a:t>
            </a:r>
          </a:p>
        </p:txBody>
      </p:sp>
      <p:sp>
        <p:nvSpPr>
          <p:cNvPr id="31" name="Straight Connector 30">
            <a:extLst xmlns:a="http://schemas.openxmlformats.org/drawingml/2006/main">
              <a:ext uri="{FF2B5EF4-FFF2-40B4-BE49-F238E27FC236}">
                <a16:creationId xmlns:a16="http://schemas.microsoft.com/office/drawing/2014/main" id="{97B67929-BE78-46B8-BE26-E454604B77F2}"/>
              </a:ext>
            </a:extLst>
          </p:cNvPr>
          <p:cNvSpPr>
            <a:spLocks xmlns:a="http://schemas.openxmlformats.org/drawingml/2006/main" noGrp="1"/>
          </p:cNvSpPr>
          <p:nvPr/>
        </p:nvSpPr>
        <p:spPr>
          <a:xfrm xmlns:a="http://schemas.openxmlformats.org/drawingml/2006/main">
            <a:off x="971550" y="4171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1" name="Picture 95"/>
          <p:cNvPicPr>
            <a:picLocks xmlns:a="http://schemas.openxmlformats.org/drawingml/2006/main" noChangeAspect="1"/>
          </p:cNvPicPr>
          <p:nvPr/>
        </p:nvPicPr>
        <p:blipFill>
          <a:blip xmlns:r="http://schemas.openxmlformats.org/officeDocument/2006/relationships" xmlns:a="http://schemas.openxmlformats.org/drawingml/2006/main" r:embed="R483d83b01a524689"/>
          <a:stretch xmlns:a="http://schemas.openxmlformats.org/drawingml/2006/main"/>
        </p:blipFill>
        <p:spPr>
          <a:xfrm xmlns:a="http://schemas.openxmlformats.org/drawingml/2006/main">
            <a:off x="619125" y="4267200"/>
            <a:ext cx="26670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611C5C49-7C43-4926-A4CD-0D62BD0CA685}"/>
              </a:ext>
            </a:extLst>
          </p:cNvPr>
          <p:cNvSpPr>
            <a:spLocks xmlns:a="http://schemas.openxmlformats.org/drawingml/2006/main" noGrp="1"/>
          </p:cNvSpPr>
          <p:nvPr/>
        </p:nvSpPr>
        <p:spPr>
          <a:xfrm xmlns:a="http://schemas.openxmlformats.org/drawingml/2006/main">
            <a:off x="1095375" y="43148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Shape</a:t>
            </a:r>
          </a:p>
        </p:txBody>
      </p:sp>
      <p:sp>
        <p:nvSpPr>
          <p:cNvPr id="34" name="editable-ocvs-shape">
            <a:extLst xmlns:a="http://schemas.openxmlformats.org/drawingml/2006/main">
              <a:ext uri="{FF2B5EF4-FFF2-40B4-BE49-F238E27FC236}">
                <a16:creationId xmlns:a16="http://schemas.microsoft.com/office/drawing/2014/main" id="{9DB25AF8-EA9B-43F4-A3C2-ED13FE3B18C4}"/>
              </a:ext>
            </a:extLst>
          </p:cNvPr>
          <p:cNvSpPr>
            <a:spLocks xmlns:a="http://schemas.openxmlformats.org/drawingml/2006/main" noGrp="1"/>
          </p:cNvSpPr>
          <p:nvPr/>
        </p:nvSpPr>
        <p:spPr>
          <a:xfrm xmlns:a="http://schemas.openxmlformats.org/drawingml/2006/main">
            <a:off x="2714625" y="431482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AMD E4</a:t>
            </a:r>
          </a:p>
        </p:txBody>
      </p:sp>
      <p:sp>
        <p:nvSpPr>
          <p:cNvPr id="35" name="Straight Connector 34">
            <a:extLst xmlns:a="http://schemas.openxmlformats.org/drawingml/2006/main">
              <a:ext uri="{FF2B5EF4-FFF2-40B4-BE49-F238E27FC236}">
                <a16:creationId xmlns:a16="http://schemas.microsoft.com/office/drawing/2014/main" id="{174C5339-3927-452C-833D-022327F62FE9}"/>
              </a:ext>
            </a:extLst>
          </p:cNvPr>
          <p:cNvSpPr>
            <a:spLocks xmlns:a="http://schemas.openxmlformats.org/drawingml/2006/main" noGrp="1"/>
          </p:cNvSpPr>
          <p:nvPr/>
        </p:nvSpPr>
        <p:spPr>
          <a:xfrm xmlns:a="http://schemas.openxmlformats.org/drawingml/2006/main">
            <a:off x="971550" y="4562475"/>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5" name="Picture 99"/>
          <p:cNvPicPr>
            <a:picLocks xmlns:a="http://schemas.openxmlformats.org/drawingml/2006/main" noChangeAspect="1"/>
          </p:cNvPicPr>
          <p:nvPr/>
        </p:nvPicPr>
        <p:blipFill>
          <a:blip xmlns:r="http://schemas.openxmlformats.org/officeDocument/2006/relationships" xmlns:a="http://schemas.openxmlformats.org/drawingml/2006/main" r:embed="Rc162bb65bbac4d1a"/>
          <a:stretch xmlns:a="http://schemas.openxmlformats.org/drawingml/2006/main"/>
        </p:blipFill>
        <p:spPr>
          <a:xfrm xmlns:a="http://schemas.openxmlformats.org/drawingml/2006/main">
            <a:off x="623427" y="4657725"/>
            <a:ext cx="258097" cy="266700"/>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A296B6A2-1EAE-4DF0-B44E-8318BD4233C2}"/>
              </a:ext>
            </a:extLst>
          </p:cNvPr>
          <p:cNvSpPr>
            <a:spLocks xmlns:a="http://schemas.openxmlformats.org/drawingml/2006/main" noGrp="1"/>
          </p:cNvSpPr>
          <p:nvPr/>
        </p:nvSpPr>
        <p:spPr>
          <a:xfrm xmlns:a="http://schemas.openxmlformats.org/drawingml/2006/main">
            <a:off x="1095375" y="47053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a:t>
            </a:r>
          </a:p>
        </p:txBody>
      </p:sp>
      <p:sp>
        <p:nvSpPr>
          <p:cNvPr id="38" name="editable-ocvs-storage">
            <a:extLst xmlns:a="http://schemas.openxmlformats.org/drawingml/2006/main">
              <a:ext uri="{FF2B5EF4-FFF2-40B4-BE49-F238E27FC236}">
                <a16:creationId xmlns:a16="http://schemas.microsoft.com/office/drawing/2014/main" id="{571D8DEA-6CCE-4396-A35E-1C8C5E110E93}"/>
              </a:ext>
            </a:extLst>
          </p:cNvPr>
          <p:cNvSpPr>
            <a:spLocks xmlns:a="http://schemas.openxmlformats.org/drawingml/2006/main" noGrp="1"/>
          </p:cNvSpPr>
          <p:nvPr/>
        </p:nvSpPr>
        <p:spPr>
          <a:xfrm xmlns:a="http://schemas.openxmlformats.org/drawingml/2006/main">
            <a:off x="2714625" y="47053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200 TB</a:t>
            </a:r>
          </a:p>
        </p:txBody>
      </p:sp>
      <p:sp>
        <p:nvSpPr>
          <p:cNvPr id="39" name="Straight Connector 38">
            <a:extLst xmlns:a="http://schemas.openxmlformats.org/drawingml/2006/main">
              <a:ext uri="{FF2B5EF4-FFF2-40B4-BE49-F238E27FC236}">
                <a16:creationId xmlns:a16="http://schemas.microsoft.com/office/drawing/2014/main" id="{5520A562-CFAF-4530-A6B7-7E28A96260E0}"/>
              </a:ext>
            </a:extLst>
          </p:cNvPr>
          <p:cNvSpPr>
            <a:spLocks xmlns:a="http://schemas.openxmlformats.org/drawingml/2006/main" noGrp="1"/>
          </p:cNvSpPr>
          <p:nvPr/>
        </p:nvSpPr>
        <p:spPr>
          <a:xfrm xmlns:a="http://schemas.openxmlformats.org/drawingml/2006/main">
            <a:off x="971550" y="49530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9" name="Picture 103"/>
          <p:cNvPicPr>
            <a:picLocks xmlns:a="http://schemas.openxmlformats.org/drawingml/2006/main" noChangeAspect="1"/>
          </p:cNvPicPr>
          <p:nvPr/>
        </p:nvPicPr>
        <p:blipFill>
          <a:blip xmlns:r="http://schemas.openxmlformats.org/officeDocument/2006/relationships" xmlns:a="http://schemas.openxmlformats.org/drawingml/2006/main" r:embed="R19343bf49d024280"/>
          <a:stretch xmlns:a="http://schemas.openxmlformats.org/drawingml/2006/main"/>
        </p:blipFill>
        <p:spPr>
          <a:xfrm xmlns:a="http://schemas.openxmlformats.org/drawingml/2006/main">
            <a:off x="600075" y="5059680"/>
            <a:ext cx="304800" cy="24384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F1AC0AF7-CEAD-416C-835F-A8E4E0E9D4ED}"/>
              </a:ext>
            </a:extLst>
          </p:cNvPr>
          <p:cNvSpPr>
            <a:spLocks xmlns:a="http://schemas.openxmlformats.org/drawingml/2006/main" noGrp="1"/>
          </p:cNvSpPr>
          <p:nvPr/>
        </p:nvSpPr>
        <p:spPr>
          <a:xfrm xmlns:a="http://schemas.openxmlformats.org/drawingml/2006/main">
            <a:off x="1095375" y="5095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 Type</a:t>
            </a:r>
          </a:p>
        </p:txBody>
      </p:sp>
      <p:sp>
        <p:nvSpPr>
          <p:cNvPr id="42" name="editable-ocvs-storage-type">
            <a:extLst xmlns:a="http://schemas.openxmlformats.org/drawingml/2006/main">
              <a:ext uri="{FF2B5EF4-FFF2-40B4-BE49-F238E27FC236}">
                <a16:creationId xmlns:a16="http://schemas.microsoft.com/office/drawing/2014/main" id="{0D164D0D-8AB5-4407-9EE9-E57C7BA98C66}"/>
              </a:ext>
            </a:extLst>
          </p:cNvPr>
          <p:cNvSpPr>
            <a:spLocks xmlns:a="http://schemas.openxmlformats.org/drawingml/2006/main" noGrp="1"/>
          </p:cNvSpPr>
          <p:nvPr/>
        </p:nvSpPr>
        <p:spPr>
          <a:xfrm xmlns:a="http://schemas.openxmlformats.org/drawingml/2006/main">
            <a:off x="2714625" y="509587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OCI Block Volume</a:t>
            </a:r>
          </a:p>
        </p:txBody>
      </p:sp>
      <p:sp>
        <p:nvSpPr>
          <p:cNvPr id="43" name="Rounded Rectangle 42">
            <a:extLst xmlns:a="http://schemas.openxmlformats.org/drawingml/2006/main">
              <a:ext uri="{FF2B5EF4-FFF2-40B4-BE49-F238E27FC236}">
                <a16:creationId xmlns:a16="http://schemas.microsoft.com/office/drawing/2014/main" id="{F4A93DB1-0C11-4F07-995E-5594E63F6BCF}"/>
              </a:ext>
            </a:extLst>
          </p:cNvPr>
          <p:cNvSpPr>
            <a:spLocks xmlns:a="http://schemas.openxmlformats.org/drawingml/2006/main" noGrp="1"/>
          </p:cNvSpPr>
          <p:nvPr/>
        </p:nvSpPr>
        <p:spPr>
          <a:xfrm xmlns:a="http://schemas.openxmlformats.org/drawingml/2006/main">
            <a:off x="5153025" y="2600325"/>
            <a:ext cx="6657975"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4" name="Rounded Rectangle 43">
            <a:extLst xmlns:a="http://schemas.openxmlformats.org/drawingml/2006/main">
              <a:ext uri="{FF2B5EF4-FFF2-40B4-BE49-F238E27FC236}">
                <a16:creationId xmlns:a16="http://schemas.microsoft.com/office/drawing/2014/main" id="{19693974-293E-4E08-91F3-7697E0B7E601}"/>
              </a:ext>
            </a:extLst>
          </p:cNvPr>
          <p:cNvSpPr>
            <a:spLocks xmlns:a="http://schemas.openxmlformats.org/drawingml/2006/main" noGrp="1"/>
          </p:cNvSpPr>
          <p:nvPr/>
        </p:nvSpPr>
        <p:spPr>
          <a:xfrm xmlns:a="http://schemas.openxmlformats.org/drawingml/2006/main">
            <a:off x="5153025" y="2600325"/>
            <a:ext cx="6657975"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5" name="Rectangle 44">
            <a:extLst xmlns:a="http://schemas.openxmlformats.org/drawingml/2006/main">
              <a:ext uri="{FF2B5EF4-FFF2-40B4-BE49-F238E27FC236}">
                <a16:creationId xmlns:a16="http://schemas.microsoft.com/office/drawing/2014/main" id="{D3A91228-06D1-492A-84C7-F52EB6AE30B6}"/>
              </a:ext>
            </a:extLst>
          </p:cNvPr>
          <p:cNvSpPr>
            <a:spLocks xmlns:a="http://schemas.openxmlformats.org/drawingml/2006/main" noGrp="1"/>
          </p:cNvSpPr>
          <p:nvPr/>
        </p:nvSpPr>
        <p:spPr>
          <a:xfrm xmlns:a="http://schemas.openxmlformats.org/drawingml/2006/main">
            <a:off x="5153025" y="2876550"/>
            <a:ext cx="6657975"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5" name="Picture 109"/>
          <p:cNvPicPr>
            <a:picLocks xmlns:a="http://schemas.openxmlformats.org/drawingml/2006/main" noChangeAspect="1"/>
          </p:cNvPicPr>
          <p:nvPr/>
        </p:nvPicPr>
        <p:blipFill>
          <a:blip xmlns:r="http://schemas.openxmlformats.org/officeDocument/2006/relationships" xmlns:a="http://schemas.openxmlformats.org/drawingml/2006/main" r:embed="R014a35ec14c24aec"/>
          <a:stretch xmlns:a="http://schemas.openxmlformats.org/drawingml/2006/main"/>
        </p:blipFill>
        <p:spPr>
          <a:xfrm xmlns:a="http://schemas.openxmlformats.org/drawingml/2006/main">
            <a:off x="5377053" y="2676525"/>
            <a:ext cx="237744" cy="228600"/>
          </a:xfrm>
          <a:prstGeom xmlns:a="http://schemas.openxmlformats.org/drawingml/2006/main" prst="rect">
            <a:avLst/>
          </a:prstGeom>
        </p:spPr>
      </p:pic>
      <p:sp>
        <p:nvSpPr>
          <p:cNvPr id="47" name="Rectangle 46">
            <a:extLst xmlns:a="http://schemas.openxmlformats.org/drawingml/2006/main">
              <a:ext uri="{FF2B5EF4-FFF2-40B4-BE49-F238E27FC236}">
                <a16:creationId xmlns:a16="http://schemas.microsoft.com/office/drawing/2014/main" id="{C1C7126B-261C-4305-996E-A098C771BD53}"/>
              </a:ext>
            </a:extLst>
          </p:cNvPr>
          <p:cNvSpPr>
            <a:spLocks xmlns:a="http://schemas.openxmlformats.org/drawingml/2006/main" noGrp="1"/>
          </p:cNvSpPr>
          <p:nvPr/>
        </p:nvSpPr>
        <p:spPr>
          <a:xfrm xmlns:a="http://schemas.openxmlformats.org/drawingml/2006/main">
            <a:off x="5734050"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Cluster Distribution</a:t>
            </a:r>
          </a:p>
        </p:txBody>
      </p:sp>
      <p:sp>
        <p:nvSpPr>
          <p:cNvPr id="48" name="Rounded Rectangle 47">
            <a:extLst xmlns:a="http://schemas.openxmlformats.org/drawingml/2006/main">
              <a:ext uri="{FF2B5EF4-FFF2-40B4-BE49-F238E27FC236}">
                <a16:creationId xmlns:a16="http://schemas.microsoft.com/office/drawing/2014/main" id="{0402606C-82ED-44F9-89DE-F2BB23C1D685}"/>
              </a:ext>
            </a:extLst>
          </p:cNvPr>
          <p:cNvSpPr>
            <a:spLocks xmlns:a="http://schemas.openxmlformats.org/drawingml/2006/main" noGrp="1"/>
          </p:cNvSpPr>
          <p:nvPr/>
        </p:nvSpPr>
        <p:spPr>
          <a:xfrm xmlns:a="http://schemas.openxmlformats.org/drawingml/2006/main">
            <a:off x="5372100" y="3152775"/>
            <a:ext cx="6134100" cy="2105025"/>
          </a:xfrm>
          <a:prstGeom xmlns:a="http://schemas.openxmlformats.org/drawingml/2006/main" prst="roundRect">
            <a:avLst>
              <a:gd name="adj" fmla="val 3167"/>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Rectangle 48">
            <a:extLst xmlns:a="http://schemas.openxmlformats.org/drawingml/2006/main">
              <a:ext uri="{FF2B5EF4-FFF2-40B4-BE49-F238E27FC236}">
                <a16:creationId xmlns:a16="http://schemas.microsoft.com/office/drawing/2014/main" id="{5F9F1C6B-88CC-42AF-8D36-9A21C96472C5}"/>
              </a:ext>
            </a:extLst>
          </p:cNvPr>
          <p:cNvSpPr>
            <a:spLocks xmlns:a="http://schemas.openxmlformats.org/drawingml/2006/main" noGrp="1"/>
          </p:cNvSpPr>
          <p:nvPr/>
        </p:nvSpPr>
        <p:spPr>
          <a:xfrm xmlns:a="http://schemas.openxmlformats.org/drawingml/2006/main">
            <a:off x="5381625" y="3162300"/>
            <a:ext cx="6115050" cy="723900"/>
          </a:xfrm>
          <a:prstGeom xmlns:a="http://schemas.openxmlformats.org/drawingml/2006/main" prst="rect">
            <a:avLst/>
          </a:prstGeom>
          <a:solidFill xmlns:a="http://schemas.openxmlformats.org/drawingml/2006/main">
            <a:srgbClr val="F4F8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9" name="Picture 113"/>
          <p:cNvPicPr>
            <a:picLocks xmlns:a="http://schemas.openxmlformats.org/drawingml/2006/main" noChangeAspect="1"/>
          </p:cNvPicPr>
          <p:nvPr/>
        </p:nvPicPr>
        <p:blipFill>
          <a:blip xmlns:r="http://schemas.openxmlformats.org/officeDocument/2006/relationships" xmlns:a="http://schemas.openxmlformats.org/drawingml/2006/main" r:embed="Rc828f6cbf3dd4864"/>
          <a:stretch xmlns:a="http://schemas.openxmlformats.org/drawingml/2006/main"/>
        </p:blipFill>
        <p:spPr>
          <a:xfrm xmlns:a="http://schemas.openxmlformats.org/drawingml/2006/main">
            <a:off x="7172325" y="3209925"/>
            <a:ext cx="714375" cy="666750"/>
          </a:xfrm>
          <a:prstGeom xmlns:a="http://schemas.openxmlformats.org/drawingml/2006/main" prst="rect">
            <a:avLst/>
          </a:prstGeom>
        </p:spPr>
      </p:pic>
      <p:sp>
        <p:nvSpPr>
          <p:cNvPr id="51" name="Rectangle 50">
            <a:extLst xmlns:a="http://schemas.openxmlformats.org/drawingml/2006/main">
              <a:ext uri="{FF2B5EF4-FFF2-40B4-BE49-F238E27FC236}">
                <a16:creationId xmlns:a16="http://schemas.microsoft.com/office/drawing/2014/main" id="{8DC09F75-7A31-4E16-A176-3E722DEDC7AA}"/>
              </a:ext>
            </a:extLst>
          </p:cNvPr>
          <p:cNvSpPr>
            <a:spLocks xmlns:a="http://schemas.openxmlformats.org/drawingml/2006/main" noGrp="1"/>
          </p:cNvSpPr>
          <p:nvPr/>
        </p:nvSpPr>
        <p:spPr>
          <a:xfrm xmlns:a="http://schemas.openxmlformats.org/drawingml/2006/main">
            <a:off x="7934325" y="3476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003B25"/>
                </a:solidFill>
                <a:latin typeface="Arial"/>
                <a:ea typeface="Arial"/>
                <a:cs typeface="Arial"/>
              </a:defRPr>
            </a:pPr>
            <a:r>
              <a:rPr sz="1350" b="1" i="0">
                <a:solidFill>
                  <a:srgbClr val="003B25"/>
                </a:solidFill>
                <a:latin typeface="Arial"/>
                <a:ea typeface="Arial"/>
                <a:cs typeface="Arial"/>
              </a:rPr>
              <a:t>Production</a:t>
            </a:r>
          </a:p>
        </p:txBody>
      </p:sp>
      <p:sp>
        <p:nvSpPr>
          <p:cNvPr id="52" name="Straight Connector 51">
            <a:extLst xmlns:a="http://schemas.openxmlformats.org/drawingml/2006/main">
              <a:ext uri="{FF2B5EF4-FFF2-40B4-BE49-F238E27FC236}">
                <a16:creationId xmlns:a16="http://schemas.microsoft.com/office/drawing/2014/main" id="{1A3A9718-8C44-4242-B34F-F001FA6307F6}"/>
              </a:ext>
            </a:extLst>
          </p:cNvPr>
          <p:cNvSpPr>
            <a:spLocks xmlns:a="http://schemas.openxmlformats.org/drawingml/2006/main" noGrp="1"/>
          </p:cNvSpPr>
          <p:nvPr/>
        </p:nvSpPr>
        <p:spPr>
          <a:xfrm xmlns:a="http://schemas.openxmlformats.org/drawingml/2006/main">
            <a:off x="5505450" y="4619625"/>
            <a:ext cx="570547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32" name="Picture 116"/>
          <p:cNvPicPr>
            <a:picLocks xmlns:a="http://schemas.openxmlformats.org/drawingml/2006/main" noChangeAspect="1"/>
          </p:cNvPicPr>
          <p:nvPr/>
        </p:nvPicPr>
        <p:blipFill>
          <a:blip xmlns:r="http://schemas.openxmlformats.org/officeDocument/2006/relationships" xmlns:a="http://schemas.openxmlformats.org/drawingml/2006/main" r:embed="R3912b412139e483b"/>
          <a:stretch xmlns:a="http://schemas.openxmlformats.org/drawingml/2006/main"/>
        </p:blipFill>
        <p:spPr>
          <a:xfrm xmlns:a="http://schemas.openxmlformats.org/drawingml/2006/main">
            <a:off x="7305675" y="4171950"/>
            <a:ext cx="352425" cy="285750"/>
          </a:xfrm>
          <a:prstGeom xmlns:a="http://schemas.openxmlformats.org/drawingml/2006/main" prst="rect">
            <a:avLst/>
          </a:prstGeom>
        </p:spPr>
      </p:pic>
      <p:sp>
        <p:nvSpPr>
          <p:cNvPr id="54" name="editable-ocvs-production-hosts">
            <a:extLst xmlns:a="http://schemas.openxmlformats.org/drawingml/2006/main">
              <a:ext uri="{FF2B5EF4-FFF2-40B4-BE49-F238E27FC236}">
                <a16:creationId xmlns:a16="http://schemas.microsoft.com/office/drawing/2014/main" id="{DBA146ED-B71C-4C3A-ADBC-410FE533740C}"/>
              </a:ext>
            </a:extLst>
          </p:cNvPr>
          <p:cNvSpPr>
            <a:spLocks xmlns:a="http://schemas.openxmlformats.org/drawingml/2006/main" noGrp="1"/>
          </p:cNvSpPr>
          <p:nvPr/>
        </p:nvSpPr>
        <p:spPr>
          <a:xfrm xmlns:a="http://schemas.openxmlformats.org/drawingml/2006/main">
            <a:off x="7972425" y="421005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4</a:t>
            </a:r>
          </a:p>
        </p:txBody>
      </p:sp>
      <p:sp>
        <p:nvSpPr>
          <p:cNvPr id="55" name="editable-ocvs-production-shape">
            <a:extLst xmlns:a="http://schemas.openxmlformats.org/drawingml/2006/main">
              <a:ext uri="{FF2B5EF4-FFF2-40B4-BE49-F238E27FC236}">
                <a16:creationId xmlns:a16="http://schemas.microsoft.com/office/drawing/2014/main" id="{5DBF9DD8-F59D-478A-A27E-79BABD53E9CC}"/>
              </a:ext>
            </a:extLst>
          </p:cNvPr>
          <p:cNvSpPr>
            <a:spLocks xmlns:a="http://schemas.openxmlformats.org/drawingml/2006/main" noGrp="1"/>
          </p:cNvSpPr>
          <p:nvPr/>
        </p:nvSpPr>
        <p:spPr>
          <a:xfrm xmlns:a="http://schemas.openxmlformats.org/drawingml/2006/main">
            <a:off x="8239125" y="42862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x AMD E4</a:t>
            </a:r>
          </a:p>
        </p:txBody>
      </p:sp>
      <p:pic>
        <p:nvPicPr>
          <p:cNvPr id="135" name="Picture 119"/>
          <p:cNvPicPr>
            <a:picLocks xmlns:a="http://schemas.openxmlformats.org/drawingml/2006/main" noChangeAspect="1"/>
          </p:cNvPicPr>
          <p:nvPr/>
        </p:nvPicPr>
        <p:blipFill>
          <a:blip xmlns:r="http://schemas.openxmlformats.org/officeDocument/2006/relationships" xmlns:a="http://schemas.openxmlformats.org/drawingml/2006/main" r:embed="R64219ff0fb414566"/>
          <a:stretch xmlns:a="http://schemas.openxmlformats.org/drawingml/2006/main"/>
        </p:blipFill>
        <p:spPr>
          <a:xfrm xmlns:a="http://schemas.openxmlformats.org/drawingml/2006/main">
            <a:off x="7315200" y="4756735"/>
            <a:ext cx="342900" cy="306805"/>
          </a:xfrm>
          <a:prstGeom xmlns:a="http://schemas.openxmlformats.org/drawingml/2006/main" prst="rect">
            <a:avLst/>
          </a:prstGeom>
        </p:spPr>
      </p:pic>
      <p:sp>
        <p:nvSpPr>
          <p:cNvPr id="57" name="editable-ocvs-production-storage">
            <a:extLst xmlns:a="http://schemas.openxmlformats.org/drawingml/2006/main">
              <a:ext uri="{FF2B5EF4-FFF2-40B4-BE49-F238E27FC236}">
                <a16:creationId xmlns:a16="http://schemas.microsoft.com/office/drawing/2014/main" id="{61B41578-806C-4401-935D-8C6BDB5BD3B9}"/>
              </a:ext>
            </a:extLst>
          </p:cNvPr>
          <p:cNvSpPr>
            <a:spLocks xmlns:a="http://schemas.openxmlformats.org/drawingml/2006/main" noGrp="1"/>
          </p:cNvSpPr>
          <p:nvPr/>
        </p:nvSpPr>
        <p:spPr>
          <a:xfrm xmlns:a="http://schemas.openxmlformats.org/drawingml/2006/main">
            <a:off x="7991475" y="4810125"/>
            <a:ext cx="542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200</a:t>
            </a:r>
          </a:p>
        </p:txBody>
      </p:sp>
      <p:sp>
        <p:nvSpPr>
          <p:cNvPr id="58" name="Rectangle 57">
            <a:extLst xmlns:a="http://schemas.openxmlformats.org/drawingml/2006/main">
              <a:ext uri="{FF2B5EF4-FFF2-40B4-BE49-F238E27FC236}">
                <a16:creationId xmlns:a16="http://schemas.microsoft.com/office/drawing/2014/main" id="{98B6B2C4-DDC4-44ED-9B4E-5C1A4C0A5328}"/>
              </a:ext>
            </a:extLst>
          </p:cNvPr>
          <p:cNvSpPr>
            <a:spLocks xmlns:a="http://schemas.openxmlformats.org/drawingml/2006/main" noGrp="1"/>
          </p:cNvSpPr>
          <p:nvPr/>
        </p:nvSpPr>
        <p:spPr>
          <a:xfrm xmlns:a="http://schemas.openxmlformats.org/drawingml/2006/main">
            <a:off x="8524875" y="48958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TB</a:t>
            </a:r>
          </a:p>
        </p:txBody>
      </p:sp>
      <p:sp>
        <p:nvSpPr>
          <p:cNvPr id="59" name="Rounded Rectangle 58">
            <a:extLst xmlns:a="http://schemas.openxmlformats.org/drawingml/2006/main">
              <a:ext uri="{FF2B5EF4-FFF2-40B4-BE49-F238E27FC236}">
                <a16:creationId xmlns:a16="http://schemas.microsoft.com/office/drawing/2014/main" id="{FEA89CD6-5A66-491C-901C-25FF456DC8A4}"/>
              </a:ext>
            </a:extLst>
          </p:cNvPr>
          <p:cNvSpPr>
            <a:spLocks xmlns:a="http://schemas.openxmlformats.org/drawingml/2006/main" noGrp="1"/>
          </p:cNvSpPr>
          <p:nvPr/>
        </p:nvSpPr>
        <p:spPr>
          <a:xfrm xmlns:a="http://schemas.openxmlformats.org/drawingml/2006/main">
            <a:off x="361950" y="5553075"/>
            <a:ext cx="11449050" cy="619125"/>
          </a:xfrm>
          <a:prstGeom xmlns:a="http://schemas.openxmlformats.org/drawingml/2006/main" prst="roundRect">
            <a:avLst>
              <a:gd name="adj" fmla="val 6154"/>
            </a:avLst>
          </a:prstGeom>
          <a:gradFill xmlns:a="http://schemas.openxmlformats.org/drawingml/2006/main">
            <a:gsLst>
              <a:gs pos="0">
                <a:srgbClr val="F0F6F2"/>
              </a:gs>
              <a:gs pos="100000">
                <a:srgbClr val="F7FAF8"/>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9" name="Picture 123"/>
          <p:cNvPicPr>
            <a:picLocks xmlns:a="http://schemas.openxmlformats.org/drawingml/2006/main" noChangeAspect="1"/>
          </p:cNvPicPr>
          <p:nvPr/>
        </p:nvPicPr>
        <p:blipFill>
          <a:blip xmlns:r="http://schemas.openxmlformats.org/officeDocument/2006/relationships" xmlns:a="http://schemas.openxmlformats.org/drawingml/2006/main" r:embed="R16a3b1cb8f8a4ced"/>
          <a:stretch xmlns:a="http://schemas.openxmlformats.org/drawingml/2006/main"/>
        </p:blipFill>
        <p:spPr>
          <a:xfrm xmlns:a="http://schemas.openxmlformats.org/drawingml/2006/main">
            <a:off x="542925" y="5647619"/>
            <a:ext cx="476250" cy="458611"/>
          </a:xfrm>
          <a:prstGeom xmlns:a="http://schemas.openxmlformats.org/drawingml/2006/main" prst="rect">
            <a:avLst/>
          </a:prstGeom>
        </p:spPr>
      </p:pic>
      <p:sp>
        <p:nvSpPr>
          <p:cNvPr id="61" name="Rectangle 60">
            <a:extLst xmlns:a="http://schemas.openxmlformats.org/drawingml/2006/main">
              <a:ext uri="{FF2B5EF4-FFF2-40B4-BE49-F238E27FC236}">
                <a16:creationId xmlns:a16="http://schemas.microsoft.com/office/drawing/2014/main" id="{5DAD0D36-AD01-4390-AC74-7C58CD1446C4}"/>
              </a:ext>
            </a:extLst>
          </p:cNvPr>
          <p:cNvSpPr>
            <a:spLocks xmlns:a="http://schemas.openxmlformats.org/drawingml/2006/main" noGrp="1"/>
          </p:cNvSpPr>
          <p:nvPr/>
        </p:nvSpPr>
        <p:spPr>
          <a:xfrm xmlns:a="http://schemas.openxmlformats.org/drawingml/2006/main">
            <a:off x="1200150" y="5695950"/>
            <a:ext cx="647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63" b="1" i="0">
                <a:solidFill>
                  <a:srgbClr val="003B25"/>
                </a:solidFill>
                <a:latin typeface="Arial"/>
                <a:ea typeface="Arial"/>
                <a:cs typeface="Arial"/>
              </a:defRPr>
            </a:pPr>
            <a:r>
              <a:rPr sz="1163" b="1" i="0">
                <a:solidFill>
                  <a:srgbClr val="003B25"/>
                </a:solidFill>
                <a:latin typeface="Arial"/>
                <a:ea typeface="Arial"/>
                <a:cs typeface="Arial"/>
              </a:rPr>
              <a:t>Right-sized architecture designed to support current workloads and future growth</a:t>
            </a:r>
          </a:p>
        </p:txBody>
      </p:sp>
      <p:sp>
        <p:nvSpPr>
          <p:cNvPr id="62" name="Rectangle 61">
            <a:extLst xmlns:a="http://schemas.openxmlformats.org/drawingml/2006/main">
              <a:ext uri="{FF2B5EF4-FFF2-40B4-BE49-F238E27FC236}">
                <a16:creationId xmlns:a16="http://schemas.microsoft.com/office/drawing/2014/main" id="{68EC56A3-D2EC-4108-96A2-02243E8CFF9E}"/>
              </a:ext>
            </a:extLst>
          </p:cNvPr>
          <p:cNvSpPr>
            <a:spLocks xmlns:a="http://schemas.openxmlformats.org/drawingml/2006/main" noGrp="1"/>
          </p:cNvSpPr>
          <p:nvPr/>
        </p:nvSpPr>
        <p:spPr>
          <a:xfrm xmlns:a="http://schemas.openxmlformats.org/drawingml/2006/main">
            <a:off x="1200150" y="5924550"/>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0" i="0">
                <a:solidFill>
                  <a:srgbClr val="111111"/>
                </a:solidFill>
                <a:latin typeface="Arial"/>
                <a:ea typeface="Arial"/>
                <a:cs typeface="Arial"/>
              </a:defRPr>
            </a:pPr>
            <a:r>
              <a:rPr sz="1125" b="0" i="0">
                <a:solidFill>
                  <a:srgbClr val="111111"/>
                </a:solidFill>
                <a:latin typeface="Arial"/>
                <a:ea typeface="Arial"/>
                <a:cs typeface="Arial"/>
              </a:rPr>
              <a:t>while optimizing cost and performance.</a:t>
            </a:r>
          </a:p>
        </p:txBody>
      </p:sp>
      <p:sp>
        <p:nvSpPr>
          <p:cNvPr id="63" name="Rectangle 62">
            <a:extLst xmlns:a="http://schemas.openxmlformats.org/drawingml/2006/main">
              <a:ext uri="{FF2B5EF4-FFF2-40B4-BE49-F238E27FC236}">
                <a16:creationId xmlns:a16="http://schemas.microsoft.com/office/drawing/2014/main" id="{37F63975-8C02-4B96-9126-5015455BA972}"/>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C5C5C"/>
                </a:solidFill>
                <a:latin typeface="Arial"/>
                <a:ea typeface="Arial"/>
                <a:cs typeface="Arial"/>
              </a:defRPr>
            </a:pPr>
            <a:r>
              <a:rPr sz="675" b="0" i="0">
                <a:solidFill>
                  <a:srgbClr val="5C5C5C"/>
                </a:solidFill>
                <a:latin typeface="Arial"/>
                <a:ea typeface="Arial"/>
                <a:cs typeface="Arial"/>
              </a:rPr>
              <a:t>Copyright © 2026, Oracle and/or its affiliates | Confidential: Internal/Restricted/Highly Restricted</a:t>
            </a:r>
          </a:p>
        </p:txBody>
      </p:sp>
      <p:pic>
        <p:nvPicPr>
          <p:cNvPr id="143" name="Picture 127"/>
          <p:cNvPicPr>
            <a:picLocks xmlns:a="http://schemas.openxmlformats.org/drawingml/2006/main" noChangeAspect="1"/>
          </p:cNvPicPr>
          <p:nvPr/>
        </p:nvPicPr>
        <p:blipFill>
          <a:blip xmlns:r="http://schemas.openxmlformats.org/officeDocument/2006/relationships" xmlns:a="http://schemas.openxmlformats.org/drawingml/2006/main" r:embed="Rf2b23efba51e49b3"/>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789669987"/>
      </p:ext>
    </p:extLst>
  </p:cSld>
</p:sld>
</file>

<file path=ppt/slides/slide6.xml><?xml version="1.0" encoding="utf-8"?>
<p:sld xmlns:p="http://schemas.openxmlformats.org/presentationml/2006/main">
  <p:cSld>
    <p:bg>
      <p:bgPr>
        <a:solidFill xmlns:a="http://schemas.openxmlformats.org/drawingml/2006/main">
          <a:srgbClr val="E9E9E9"/>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A3030B4A-2296-4E67-AE3A-90D3730F76AA}"/>
              </a:ext>
            </a:extLst>
          </p:cNvPr>
          <p:cNvSpPr>
            <a:spLocks xmlns:a="http://schemas.openxmlformats.org/drawingml/2006/main" noGrp="1"/>
          </p:cNvSpPr>
          <p:nvPr/>
        </p:nvSpPr>
        <p:spPr>
          <a:xfrm xmlns:a="http://schemas.openxmlformats.org/drawingml/2006/main">
            <a:off x="66675" y="857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76fe3fbc96cd418a"/>
          <a:stretch xmlns:a="http://schemas.openxmlformats.org/drawingml/2006/main"/>
        </p:blipFill>
        <p:spPr>
          <a:xfrm xmlns:a="http://schemas.openxmlformats.org/drawingml/2006/main">
            <a:off x="4219575" y="3185422"/>
            <a:ext cx="3752850" cy="534781"/>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E17D35F5-2CF6-43F3-9813-9C11FDF9362B}"/>
              </a:ext>
            </a:extLst>
          </p:cNvPr>
          <p:cNvSpPr>
            <a:spLocks xmlns:a="http://schemas.openxmlformats.org/drawingml/2006/main" noGrp="1"/>
          </p:cNvSpPr>
          <p:nvPr/>
        </p:nvSpPr>
        <p:spPr>
          <a:xfrm xmlns:a="http://schemas.openxmlformats.org/drawingml/2006/main">
            <a:off x="66675" y="64865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spTree>
    <p:extLst>
      <p:ext uri="{BB962C8B-B14F-4D97-AF65-F5344CB8AC3E}">
        <p14:creationId xmlns:p14="http://schemas.microsoft.com/office/powerpoint/2010/main" val="1044492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2026-09-03T08:11:20.8820000Z</dcterms:created>
  <dcterms:modified xsi:type="dcterms:W3CDTF">2026-09-03T08:11:20.8820000Z</dcterms:modified>
</coreProperties>
</file>